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98" r:id="rId4"/>
  </p:sldMasterIdLst>
  <p:notesMasterIdLst>
    <p:notesMasterId r:id="rId6"/>
  </p:notesMasterIdLst>
  <p:handoutMasterIdLst>
    <p:handoutMasterId r:id="rId7"/>
  </p:handoutMasterIdLst>
  <p:sldIdLst>
    <p:sldId id="290" r:id="rId5"/>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191301-376F-864E-862C-8EAE238F6A4B}" name="Santini, Andréa" initials="SA" userId="S::andrea.santini@accenture.com::426b7daf-8c36-440e-b7a6-c38a65b6929f" providerId="AD"/>
  <p188:author id="{D05CA914-7DC9-60D2-8911-9AA9AEF6B948}" name="Bertorelli, Eloisa" initials="" userId="S::eloisa.bertorelli@accenture.com::80eab2e9-142e-44fc-b95d-f6911bc46a14" providerId="AD"/>
  <p188:author id="{D42CFD33-CA96-B80D-6164-A403048B4BB5}" name="Gonzalez, Clara" initials="" userId="S::clara.gonzalez@accenture.com::a94196a8-3606-4a10-9e5d-b2c315ce9acb" providerId="AD"/>
  <p188:author id="{283C7B6C-D1B7-B4D9-0F16-3E342206DE97}" name="Bernero, Bo" initials="" userId="S::bo.bernero@accenture.com::038b8381-bee1-495b-9366-6f9d3c62105f" providerId="AD"/>
  <p188:author id="{0E73D874-EBD8-68E4-2E46-117214CC62E4}" name="Robledo, Martu" initials="MR" userId="S::martin.robledo@accenture.com::11410a32-82ed-43e7-9588-dc918e484bab" providerId="AD"/>
  <p188:author id="{9DC5BE7D-D1FB-853D-A22F-DE53A4792DC5}" name="Villarreal Jiménez, Scarleth" initials="SV" userId="S::s.villarreal.jimenez@accenture.com::04f9cf1f-9ff4-43ff-8a7e-af3267bfe7da" providerId="AD"/>
  <p188:author id="{5C758582-2FC8-1A52-D5FB-B3878EDC6774}" name="Santini, Andréa; Bernero, Bo" initials="SAN" userId="Santini, Andréa; Bernero, Bo" providerId="None"/>
  <p188:author id="{75F8DC9E-226B-6C3A-0C87-181D918A683C}" name="Iudice, Luciana Inés" initials="" userId="S::luciana.ines.iudice@accenture.com::20b7ef9e-58b0-4db3-888c-a9ffac62ee13" providerId="AD"/>
  <p188:author id="{AC2D28BC-4D77-CC7A-109C-B403230212B8}" name="Walsh, Autumn" initials="WA" userId="S::autumn.walsh@accenture.com::a29a7807-03ff-4b0e-8384-a68ad42d5eb0" providerId="AD"/>
  <p188:author id="{AFC317D8-5546-59C2-C49A-3BE166EDE0E8}" name="Chan, Phoebe" initials="" userId="S::phoebe.chan@accenture.com::fcc2f6c5-7c76-487f-a6e9-3be7c83ecf8b" providerId="AD"/>
  <p188:author id="{3A29D8E7-072C-FA7B-EC56-7B47AC7CD8C7}" name="Alex-Vasey, Gregory" initials="" userId="S::gregory.vasey@accenture.com::b696857f-d849-4733-9dcf-790ccea696e3" providerId="AD"/>
  <p188:author id="{17E0CEF8-8283-8512-250C-DB1C65CC29DB}" name="Andrea Santini" initials="SAN" userId="Andrea Santini"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0073"/>
    <a:srgbClr val="FFFFFF"/>
    <a:srgbClr val="450073"/>
    <a:srgbClr val="000000"/>
    <a:srgbClr val="AE29FF"/>
    <a:srgbClr val="05F2DB"/>
    <a:srgbClr val="224BFF"/>
    <a:srgbClr val="06112B"/>
    <a:srgbClr val="214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83" d="100"/>
          <a:sy n="83" d="100"/>
        </p:scale>
        <p:origin x="677" y="26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E853440-0782-1D68-D2FD-933DEA3367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Marcador de fecha 2">
            <a:extLst>
              <a:ext uri="{FF2B5EF4-FFF2-40B4-BE49-F238E27FC236}">
                <a16:creationId xmlns:a16="http://schemas.microsoft.com/office/drawing/2014/main" id="{84BAE373-49AC-5B9F-BD8D-665F4397E9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4787D-70D5-9549-AC5E-9D4C1BFA0564}" type="datetimeFigureOut">
              <a:rPr lang="en-US" smtClean="0">
                <a:latin typeface="Arial" panose="020B0604020202020204" pitchFamily="34" charset="0"/>
              </a:rPr>
              <a:t>3/4/2026</a:t>
            </a:fld>
            <a:endParaRPr lang="en-US">
              <a:latin typeface="Arial" panose="020B0604020202020204" pitchFamily="34" charset="0"/>
            </a:endParaRPr>
          </a:p>
        </p:txBody>
      </p:sp>
      <p:sp>
        <p:nvSpPr>
          <p:cNvPr id="4" name="Marcador de pie de página 3">
            <a:extLst>
              <a:ext uri="{FF2B5EF4-FFF2-40B4-BE49-F238E27FC236}">
                <a16:creationId xmlns:a16="http://schemas.microsoft.com/office/drawing/2014/main" id="{69D5359E-0814-051B-B036-A156852593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F82F9671-5EF1-8E9F-DD2A-21863ED219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C2F477-6371-B744-A7EB-E94ECCEEDA6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39209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BA1538-8606-2D42-9B67-EB3CAAF1E29B}" type="datetimeFigureOut">
              <a:rPr lang="en-US" smtClean="0"/>
              <a:pPr/>
              <a:t>3/4/2026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F681651-9904-804F-8355-78350773C1A7}" type="slidenum">
              <a:rPr lang="en-US" smtClean="0"/>
              <a:pPr/>
              <a:t>‹#›</a:t>
            </a:fld>
            <a:endParaRPr lang="en-US"/>
          </a:p>
        </p:txBody>
      </p:sp>
    </p:spTree>
    <p:extLst>
      <p:ext uri="{BB962C8B-B14F-4D97-AF65-F5344CB8AC3E}">
        <p14:creationId xmlns:p14="http://schemas.microsoft.com/office/powerpoint/2010/main" val="1193398416"/>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gradient">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630463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5374424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US"/>
              <a:t>Click to edit Master title style</a:t>
            </a:r>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19713921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Arial" panose="020B0604020202020204" pitchFamily="34" charset="0"/>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3763266532"/>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Arial" panose="020B0604020202020204" pitchFamily="34" charset="0"/>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36487822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EA0A3F89-649C-BCA9-F69D-4791BE39CE26}"/>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964787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23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US"/>
              <a:t>Click icon to add picture</a:t>
            </a:r>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solidFill>
                  <a:schemeClr val="tx2"/>
                </a:solidFill>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639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6424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73051570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4" name="copyright">
            <a:extLst>
              <a:ext uri="{FF2B5EF4-FFF2-40B4-BE49-F238E27FC236}">
                <a16:creationId xmlns:a16="http://schemas.microsoft.com/office/drawing/2014/main" id="{3BFEEF07-2489-1DF1-A61D-F05EF6756806}"/>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9017E74-C690-EF85-4C2D-25D3ED0FF55F}"/>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06512015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Tree>
    <p:extLst>
      <p:ext uri="{BB962C8B-B14F-4D97-AF65-F5344CB8AC3E}">
        <p14:creationId xmlns:p14="http://schemas.microsoft.com/office/powerpoint/2010/main" val="591534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Tree>
    <p:extLst>
      <p:ext uri="{BB962C8B-B14F-4D97-AF65-F5344CB8AC3E}">
        <p14:creationId xmlns:p14="http://schemas.microsoft.com/office/powerpoint/2010/main" val="2627706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title only dark mode">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84528759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numbered bullets dark mode ">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Arial" panose="020B0604020202020204" pitchFamily="34" charset="0"/>
            </a:endParaRPr>
          </a:p>
        </p:txBody>
      </p:sp>
    </p:spTree>
    <p:extLst>
      <p:ext uri="{BB962C8B-B14F-4D97-AF65-F5344CB8AC3E}">
        <p14:creationId xmlns:p14="http://schemas.microsoft.com/office/powerpoint/2010/main" val="140018444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Tree>
    <p:extLst>
      <p:ext uri="{BB962C8B-B14F-4D97-AF65-F5344CB8AC3E}">
        <p14:creationId xmlns:p14="http://schemas.microsoft.com/office/powerpoint/2010/main" val="1768616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839623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1: purple">
    <p:bg>
      <p:bgPr>
        <a:solidFill>
          <a:srgbClr val="45007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US"/>
              <a:t>Click to edit Master title style</a:t>
            </a: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Arial" panose="020B0604020202020204" pitchFamily="34" charset="0"/>
              </a:defRPr>
            </a:lvl1pPr>
            <a:lvl2pPr>
              <a:defRPr sz="1400" b="0" i="0">
                <a:solidFill>
                  <a:schemeClr val="tx1"/>
                </a:solidFill>
                <a:latin typeface="Arial" panose="020B0604020202020204" pitchFamily="34" charset="0"/>
              </a:defRPr>
            </a:lvl2pPr>
            <a:lvl3pPr>
              <a:defRPr sz="1400" b="0" i="0">
                <a:solidFill>
                  <a:schemeClr val="tx1"/>
                </a:solidFill>
                <a:latin typeface="Arial" panose="020B0604020202020204" pitchFamily="34" charset="0"/>
              </a:defRPr>
            </a:lvl3pPr>
            <a:lvl4pPr>
              <a:defRPr sz="1050" b="0" i="0">
                <a:solidFill>
                  <a:schemeClr val="tx1"/>
                </a:solidFill>
                <a:latin typeface="Arial" panose="020B0604020202020204" pitchFamily="34" charset="0"/>
              </a:defRPr>
            </a:lvl4pPr>
            <a:lvl5pPr>
              <a:defRPr sz="1050" b="0" i="0">
                <a:solidFill>
                  <a:schemeClr val="tx1"/>
                </a:solidFill>
                <a:latin typeface="Arial" panose="020B0604020202020204" pitchFamily="34" charset="0"/>
              </a:defRPr>
            </a:lvl5pPr>
            <a:lvl6pPr>
              <a:defRPr sz="1400" b="0" i="0">
                <a:solidFill>
                  <a:schemeClr val="tx1"/>
                </a:solidFill>
                <a:latin typeface="Arial" panose="020B0604020202020204" pitchFamily="34" charset="0"/>
              </a:defRPr>
            </a:lvl6pPr>
            <a:lvl7pPr>
              <a:defRPr sz="1100" b="0" i="0">
                <a:solidFill>
                  <a:schemeClr val="tx1"/>
                </a:solidFill>
                <a:latin typeface="Arial" panose="020B0604020202020204" pitchFamily="34" charset="0"/>
              </a:defRPr>
            </a:lvl7pPr>
            <a:lvl9pPr>
              <a:defRPr sz="1100" b="0" i="0">
                <a:solidFill>
                  <a:schemeClr val="tx1"/>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984164916"/>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41619330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654795290"/>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207454769"/>
      </p:ext>
    </p:extLst>
  </p:cSld>
  <p:clrMapOvr>
    <a:masterClrMapping/>
  </p:clrMapOvr>
  <p:extLst>
    <p:ext uri="{DCECCB84-F9BA-43D5-87BE-67443E8EF086}">
      <p15:sldGuideLst xmlns:p15="http://schemas.microsoft.com/office/powerpoint/2012/main">
        <p15:guide id="1" orient="horz" pos="699">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4579655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8093801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599"/>
            <a:ext cx="4958430" cy="862521"/>
          </a:xfrm>
        </p:spPr>
        <p:txBody>
          <a:bodyPr/>
          <a:lstStyle/>
          <a:p>
            <a:r>
              <a:rPr lang="en-US"/>
              <a:t>Click to edit Master title style</a:t>
            </a:r>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4184439331"/>
      </p:ext>
    </p:extLst>
  </p:cSld>
  <p:clrMapOvr>
    <a:masterClrMapping/>
  </p:clrMapOvr>
  <p:extLst>
    <p:ext uri="{DCECCB84-F9BA-43D5-87BE-67443E8EF086}">
      <p15:sldGuideLst xmlns:p15="http://schemas.microsoft.com/office/powerpoint/2012/main">
        <p15:guide id="1" orient="horz" pos="2781">
          <p15:clr>
            <a:srgbClr val="C35EA4"/>
          </p15:clr>
        </p15:guide>
        <p15:guide id="2" orient="horz" pos="699">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3359122231"/>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1340241212"/>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US"/>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6150898"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8936485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894705263"/>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lis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US"/>
              <a:t>Click to edit Master title style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Arial" panose="020B0604020202020204" pitchFamily="34" charset="0"/>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Arial</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704090503"/>
      </p:ext>
    </p:extLst>
  </p:cSld>
  <p:clrMapOvr>
    <a:masterClrMapping/>
  </p:clrMapOvr>
  <p:extLst>
    <p:ext uri="{DCECCB84-F9BA-43D5-87BE-67443E8EF086}">
      <p15:sldGuideLst xmlns:p15="http://schemas.microsoft.com/office/powerpoint/2012/main">
        <p15:guide id="1" orient="horz" pos="2775">
          <p15:clr>
            <a:srgbClr val="C35EA4"/>
          </p15:clr>
        </p15:guide>
        <p15:guide id="2" orient="horz" pos="699">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text + split">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2" name="Rectangle 1">
            <a:extLst>
              <a:ext uri="{FF2B5EF4-FFF2-40B4-BE49-F238E27FC236}">
                <a16:creationId xmlns:a16="http://schemas.microsoft.com/office/drawing/2014/main" id="{7CADDCEF-8841-4D73-EAEB-25E159BD364A}"/>
              </a:ext>
            </a:extLst>
          </p:cNvPr>
          <p:cNvSpPr/>
          <p:nvPr/>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copyright">
            <a:extLst>
              <a:ext uri="{FF2B5EF4-FFF2-40B4-BE49-F238E27FC236}">
                <a16:creationId xmlns:a16="http://schemas.microsoft.com/office/drawing/2014/main" id="{1BFF566D-EEFC-0454-54B0-66CBAB8DA700}"/>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B0F19C31-6554-B271-0340-EE09C970123A}"/>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4232888464"/>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1 column + split">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1" name="slide number automatic">
            <a:extLst>
              <a:ext uri="{FF2B5EF4-FFF2-40B4-BE49-F238E27FC236}">
                <a16:creationId xmlns:a16="http://schemas.microsoft.com/office/drawing/2014/main" id="{922D4837-A73E-8289-1E8F-AD0D5C3080D2}"/>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7875826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image + white m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1946366"/>
            <a:ext cx="4489017" cy="2572582"/>
          </a:xfrm>
          <a:prstGeom prst="rect">
            <a:avLst/>
          </a:prstGeom>
        </p:spPr>
        <p:txBody>
          <a:bodyPr anchor="ctr"/>
          <a:lstStyle>
            <a:lvl1pPr>
              <a:lnSpc>
                <a:spcPct val="100000"/>
              </a:lnSpc>
              <a:defRPr lang="en-US" sz="3200" b="0" i="0" kern="1200">
                <a:solidFill>
                  <a:schemeClr val="tx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Tree>
    <p:extLst>
      <p:ext uri="{BB962C8B-B14F-4D97-AF65-F5344CB8AC3E}">
        <p14:creationId xmlns:p14="http://schemas.microsoft.com/office/powerpoint/2010/main" val="36309375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image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750423"/>
            <a:ext cx="4489017" cy="2964468"/>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CDD1F25F-57C8-B39C-4928-D5758551C5BE}"/>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5E3D15D-8C37-9915-8ED3-632625C6F4D2}"/>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84695466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920240"/>
            <a:ext cx="4489017" cy="2624834"/>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9A332159-0514-2C2D-4B40-662BCE968BE7}"/>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2250694F-F294-16BF-824E-C65B31D78242}"/>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41480636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1802674"/>
            <a:ext cx="5098087" cy="2859966"/>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Tree>
    <p:extLst>
      <p:ext uri="{BB962C8B-B14F-4D97-AF65-F5344CB8AC3E}">
        <p14:creationId xmlns:p14="http://schemas.microsoft.com/office/powerpoint/2010/main" val="938860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8D5BD53D-6FAE-CF38-36EC-5B6A69250BA2}"/>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0F9A526-39EE-8272-4753-D784C27C5191}"/>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1150085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54E44863-5E53-DDCD-5FA5-173816802E74}"/>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8" name="slide number automatic">
            <a:extLst>
              <a:ext uri="{FF2B5EF4-FFF2-40B4-BE49-F238E27FC236}">
                <a16:creationId xmlns:a16="http://schemas.microsoft.com/office/drawing/2014/main" id="{4F03B290-6E83-1A46-D0DD-7EDFE2CF4967}"/>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3127644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Key message: light mo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2325189"/>
            <a:ext cx="7200000" cy="2207620"/>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Palatino" pitchFamily="2" charset="77"/>
                <a:ea typeface="+mj-ea"/>
                <a:cs typeface="+mj-cs"/>
              </a:defRPr>
            </a:lvl1pPr>
          </a:lstStyle>
          <a:p>
            <a:r>
              <a:rPr lang="en-US"/>
              <a:t>Click to edit key message style</a:t>
            </a:r>
          </a:p>
        </p:txBody>
      </p:sp>
      <p:sp>
        <p:nvSpPr>
          <p:cNvPr id="5" name="Footer Placeholder 3">
            <a:extLst>
              <a:ext uri="{FF2B5EF4-FFF2-40B4-BE49-F238E27FC236}">
                <a16:creationId xmlns:a16="http://schemas.microsoft.com/office/drawing/2014/main" id="{B9538720-5D87-005C-9D54-D7F07F69BE61}"/>
              </a:ext>
            </a:extLst>
          </p:cNvPr>
          <p:cNvSpPr txBox="1">
            <a:spLocks/>
          </p:cNvSpPr>
          <p:nvPr/>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Arial" panose="020B0604020202020204" pitchFamily="34" charset="0"/>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Arial" panose="020B0604020202020204" pitchFamily="34" charset="0"/>
                <a:ea typeface="+mn-ea"/>
                <a:cs typeface="+mn-cs"/>
              </a:rPr>
              <a:pPr marL="0" algn="r" defTabSz="914377" rtl="0" eaLnBrk="1" latinLnBrk="0" hangingPunct="1">
                <a:spcAft>
                  <a:spcPts val="1200"/>
                </a:spcAft>
                <a:defRPr/>
              </a:pPr>
              <a:t>‹#›</a:t>
            </a:fld>
            <a:endParaRPr lang="en-US" sz="800" b="0" i="0" kern="1200">
              <a:solidFill>
                <a:schemeClr val="bg1"/>
              </a:solidFill>
              <a:latin typeface="Arial" panose="020B0604020202020204" pitchFamily="34" charset="0"/>
              <a:ea typeface="+mn-ea"/>
              <a:cs typeface="+mn-cs"/>
            </a:endParaRPr>
          </a:p>
        </p:txBody>
      </p:sp>
    </p:spTree>
    <p:extLst>
      <p:ext uri="{BB962C8B-B14F-4D97-AF65-F5344CB8AC3E}">
        <p14:creationId xmlns:p14="http://schemas.microsoft.com/office/powerpoint/2010/main" val="36397297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guide id="2" pos="2880">
          <p15:clr>
            <a:srgbClr val="C35EA4"/>
          </p15:clr>
        </p15:guide>
        <p15:guide id="3" orient="horz" pos="2707">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312126"/>
            <a:ext cx="7200000" cy="2233746"/>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Palatino"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6D94838E-FC9B-7D11-0B27-05F3B48DF76D}"/>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265523297"/>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icons">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C386F6A9-4F1A-3944-E7D3-E26B3E55A360}"/>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 name="Text Placeholder 3">
            <a:extLst>
              <a:ext uri="{FF2B5EF4-FFF2-40B4-BE49-F238E27FC236}">
                <a16:creationId xmlns:a16="http://schemas.microsoft.com/office/drawing/2014/main" id="{6B34D946-575C-A63A-1F36-F73012F28CC3}"/>
              </a:ext>
            </a:extLst>
          </p:cNvPr>
          <p:cNvSpPr>
            <a:spLocks noGrp="1"/>
          </p:cNvSpPr>
          <p:nvPr>
            <p:ph type="body" sz="quarter" idx="32"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5" name="Picture Placeholder 2">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56341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10" name="Text Placeholder 1">
            <a:extLst>
              <a:ext uri="{FF2B5EF4-FFF2-40B4-BE49-F238E27FC236}">
                <a16:creationId xmlns:a16="http://schemas.microsoft.com/office/drawing/2014/main" id="{4122B155-BA05-874A-7587-FD87E46FA210}"/>
              </a:ext>
            </a:extLst>
          </p:cNvPr>
          <p:cNvSpPr>
            <a:spLocks noGrp="1"/>
          </p:cNvSpPr>
          <p:nvPr>
            <p:ph type="body" sz="quarter" idx="19" hasCustomPrompt="1"/>
          </p:nvPr>
        </p:nvSpPr>
        <p:spPr>
          <a:xfrm>
            <a:off x="56341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29" name="Picture Placeholder 4">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292543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3" name="Text Placeholder 2">
            <a:extLst>
              <a:ext uri="{FF2B5EF4-FFF2-40B4-BE49-F238E27FC236}">
                <a16:creationId xmlns:a16="http://schemas.microsoft.com/office/drawing/2014/main" id="{E51530D0-8A8F-68C0-4E3A-39EE60F2A549}"/>
              </a:ext>
            </a:extLst>
          </p:cNvPr>
          <p:cNvSpPr>
            <a:spLocks noGrp="1"/>
          </p:cNvSpPr>
          <p:nvPr>
            <p:ph type="body" sz="quarter" idx="28" hasCustomPrompt="1"/>
          </p:nvPr>
        </p:nvSpPr>
        <p:spPr>
          <a:xfrm>
            <a:off x="292543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0" name="Picture Placeholder 6">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28745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5" name="Text Placeholder 3">
            <a:extLst>
              <a:ext uri="{FF2B5EF4-FFF2-40B4-BE49-F238E27FC236}">
                <a16:creationId xmlns:a16="http://schemas.microsoft.com/office/drawing/2014/main" id="{B220583F-078A-E528-E802-2F888AD1F0C1}"/>
              </a:ext>
            </a:extLst>
          </p:cNvPr>
          <p:cNvSpPr>
            <a:spLocks noGrp="1"/>
          </p:cNvSpPr>
          <p:nvPr>
            <p:ph type="body" sz="quarter" idx="29" hasCustomPrompt="1"/>
          </p:nvPr>
        </p:nvSpPr>
        <p:spPr>
          <a:xfrm>
            <a:off x="528745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1" name="Picture Placeholder 8">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649471"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6" name="Text Placeholder 4">
            <a:extLst>
              <a:ext uri="{FF2B5EF4-FFF2-40B4-BE49-F238E27FC236}">
                <a16:creationId xmlns:a16="http://schemas.microsoft.com/office/drawing/2014/main" id="{154AA6FC-4B12-B058-1F73-83023D3E1DF8}"/>
              </a:ext>
            </a:extLst>
          </p:cNvPr>
          <p:cNvSpPr>
            <a:spLocks noGrp="1"/>
          </p:cNvSpPr>
          <p:nvPr>
            <p:ph type="body" sz="quarter" idx="30" hasCustomPrompt="1"/>
          </p:nvPr>
        </p:nvSpPr>
        <p:spPr>
          <a:xfrm>
            <a:off x="7649471"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
        <p:nvSpPr>
          <p:cNvPr id="32" name="Picture Placeholder 10">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011492" y="1991444"/>
            <a:ext cx="1312792" cy="1312792"/>
          </a:xfrm>
          <a:prstGeom prst="rect">
            <a:avLst/>
          </a:prstGeom>
          <a:solidFill>
            <a:schemeClr val="bg1">
              <a:lumMod val="95000"/>
            </a:schemeClr>
          </a:solidFill>
        </p:spPr>
        <p:txBody>
          <a:bodyPr anchor="ctr"/>
          <a:lstStyle>
            <a:lvl1pPr marL="0" indent="0" algn="ctr">
              <a:buFont typeface="Graphik" panose="020B0604020202020204" pitchFamily="34" charset="0"/>
              <a:buNone/>
              <a:defRPr sz="1400" b="0" i="0">
                <a:latin typeface="Arial" panose="020B0604020202020204" pitchFamily="34" charset="0"/>
              </a:defRPr>
            </a:lvl1pPr>
          </a:lstStyle>
          <a:p>
            <a:r>
              <a:rPr lang="en-GB"/>
              <a:t>Add icon</a:t>
            </a:r>
            <a:endParaRPr lang="en-US"/>
          </a:p>
        </p:txBody>
      </p:sp>
      <p:sp>
        <p:nvSpPr>
          <p:cNvPr id="7" name="Text Placeholder 5">
            <a:extLst>
              <a:ext uri="{FF2B5EF4-FFF2-40B4-BE49-F238E27FC236}">
                <a16:creationId xmlns:a16="http://schemas.microsoft.com/office/drawing/2014/main" id="{DE7585F8-AF83-86FE-9FDC-FCBB8F0FDCBB}"/>
              </a:ext>
            </a:extLst>
          </p:cNvPr>
          <p:cNvSpPr>
            <a:spLocks noGrp="1"/>
          </p:cNvSpPr>
          <p:nvPr>
            <p:ph type="body" sz="quarter" idx="31" hasCustomPrompt="1"/>
          </p:nvPr>
        </p:nvSpPr>
        <p:spPr>
          <a:xfrm>
            <a:off x="10011492" y="3648454"/>
            <a:ext cx="1629646" cy="1971541"/>
          </a:xfrm>
          <a:prstGeom prst="rect">
            <a:avLst/>
          </a:prstGeom>
        </p:spPr>
        <p:txBody>
          <a:bodyPr/>
          <a:lstStyle>
            <a:lvl1pPr marL="0" indent="0" algn="l">
              <a:lnSpc>
                <a:spcPct val="90000"/>
              </a:lnSpc>
              <a:spcAft>
                <a:spcPts val="600"/>
              </a:spcAft>
              <a:buFont typeface="Graphik" panose="020B0604020202020204" pitchFamily="34" charset="0"/>
              <a:buNone/>
              <a:defRPr sz="1400" b="1" i="0">
                <a:solidFill>
                  <a:schemeClr val="bg2"/>
                </a:solidFill>
                <a:latin typeface="Arial" panose="020B0604020202020204" pitchFamily="34" charset="0"/>
              </a:defRPr>
            </a:lvl1pPr>
            <a:lvl2pPr marL="0" indent="0" algn="l">
              <a:spcAft>
                <a:spcPts val="600"/>
              </a:spcAft>
              <a:buNone/>
              <a:defRPr sz="1200" b="0" i="0">
                <a:latin typeface="Graphik" panose="020B0503030202060203" pitchFamily="34" charset="77"/>
              </a:defRPr>
            </a:lvl2pPr>
            <a:lvl3pPr marL="0" indent="0" algn="l">
              <a:spcAft>
                <a:spcPts val="600"/>
              </a:spcAft>
              <a:buNone/>
              <a:defRPr sz="1200" b="0" i="0">
                <a:latin typeface="Arial" panose="020B0604020202020204" pitchFamily="34" charset="0"/>
              </a:defRPr>
            </a:lvl3pPr>
            <a:lvl4pPr marL="182875" indent="-182875" algn="l">
              <a:spcAft>
                <a:spcPts val="600"/>
              </a:spcAft>
              <a:buFont typeface="Graphik" panose="020B0604020202020204" pitchFamily="34" charset="0"/>
              <a:buChar char="•"/>
              <a:defRPr sz="1200" b="0" i="0">
                <a:latin typeface="Arial" panose="020B0604020202020204" pitchFamily="34" charset="0"/>
              </a:defRPr>
            </a:lvl4pPr>
            <a:lvl5pPr>
              <a:spcAft>
                <a:spcPts val="600"/>
              </a:spcAft>
              <a:defRPr sz="1600"/>
            </a:lvl5pPr>
          </a:lstStyle>
          <a:p>
            <a:pPr lvl="0"/>
            <a:r>
              <a:rPr lang="en-US"/>
              <a:t>Headline Details</a:t>
            </a:r>
          </a:p>
          <a:p>
            <a:pPr lvl="2"/>
            <a:r>
              <a:rPr lang="en-US"/>
              <a:t>More details</a:t>
            </a:r>
          </a:p>
          <a:p>
            <a:pPr lvl="3"/>
            <a:r>
              <a:rPr lang="en-US"/>
              <a:t>Bullet point</a:t>
            </a:r>
          </a:p>
        </p:txBody>
      </p:sp>
    </p:spTree>
    <p:extLst>
      <p:ext uri="{BB962C8B-B14F-4D97-AF65-F5344CB8AC3E}">
        <p14:creationId xmlns:p14="http://schemas.microsoft.com/office/powerpoint/2010/main" val="1351779435"/>
      </p:ext>
    </p:extLst>
  </p:cSld>
  <p:clrMapOvr>
    <a:masterClrMapping/>
  </p:clrMapOvr>
  <p:extLst>
    <p:ext uri="{DCECCB84-F9BA-43D5-87BE-67443E8EF086}">
      <p15:sldGuideLst xmlns:p15="http://schemas.microsoft.com/office/powerpoint/2012/main">
        <p15:guide id="1" orient="horz" pos="2777">
          <p15:clr>
            <a:srgbClr val="C35EA4"/>
          </p15:clr>
        </p15:guide>
        <p15:guide id="2" orient="horz" pos="699">
          <p15:clr>
            <a:srgbClr val="547EBF"/>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team 1">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8296355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team 2 + light mode">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US"/>
              <a:t>Click to edit Master title style</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Arial" panose="020B0604020202020204" pitchFamily="34" charset="0"/>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sz="1000" b="1" i="0">
                <a:solidFill>
                  <a:schemeClr val="bg2"/>
                </a:solidFill>
                <a:latin typeface="Arial" panose="020B0604020202020204" pitchFamily="34" charset="0"/>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834361262"/>
      </p:ext>
    </p:extLst>
  </p:cSld>
  <p:clrMapOvr>
    <a:masterClrMapping/>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team 2 + purple">
    <p:bg>
      <p:bgPr>
        <a:solidFill>
          <a:srgbClr val="460073"/>
        </a:solidFill>
        <a:effectLst/>
      </p:bgPr>
    </p:bg>
    <p:spTree>
      <p:nvGrpSpPr>
        <p:cNvPr id="1" name=""/>
        <p:cNvGrpSpPr/>
        <p:nvPr/>
      </p:nvGrpSpPr>
      <p:grpSpPr>
        <a:xfrm>
          <a:off x="0" y="0"/>
          <a:ext cx="0" cy="0"/>
          <a:chOff x="0" y="0"/>
          <a:chExt cx="0" cy="0"/>
        </a:xfrm>
      </p:grpSpPr>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sz="1000" b="1" i="0">
                <a:solidFill>
                  <a:schemeClr val="tx1"/>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8905734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sz="1000" b="1" i="0">
                <a:solidFill>
                  <a:schemeClr val="accent2"/>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305026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Content: team + column Content: team + column light mode">
    <p:spTree>
      <p:nvGrpSpPr>
        <p:cNvPr id="1" name=""/>
        <p:cNvGrpSpPr/>
        <p:nvPr/>
      </p:nvGrpSpPr>
      <p:grpSpPr>
        <a:xfrm>
          <a:off x="0" y="0"/>
          <a:ext cx="0" cy="0"/>
          <a:chOff x="0" y="0"/>
          <a:chExt cx="0" cy="0"/>
        </a:xfrm>
      </p:grpSpPr>
      <p:sp>
        <p:nvSpPr>
          <p:cNvPr id="29" name="Title 2">
            <a:extLst>
              <a:ext uri="{FF2B5EF4-FFF2-40B4-BE49-F238E27FC236}">
                <a16:creationId xmlns:a16="http://schemas.microsoft.com/office/drawing/2014/main" id="{B87DF950-8C59-5635-493B-47BF5B6B028D}"/>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 name="Text Placeholder 2">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10" name="Picture Placeholder 6">
            <a:extLst>
              <a:ext uri="{FF2B5EF4-FFF2-40B4-BE49-F238E27FC236}">
                <a16:creationId xmlns:a16="http://schemas.microsoft.com/office/drawing/2014/main" id="{67B8B3ED-3C30-8209-EC37-30BECCCAC6DF}"/>
              </a:ext>
            </a:extLst>
          </p:cNvPr>
          <p:cNvSpPr>
            <a:spLocks noGrp="1" noChangeAspect="1"/>
          </p:cNvSpPr>
          <p:nvPr>
            <p:ph type="pic" sz="quarter" idx="16" hasCustomPrompt="1"/>
          </p:nvPr>
        </p:nvSpPr>
        <p:spPr>
          <a:xfrm>
            <a:off x="4750100"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6" name="Text Placeholder 5">
            <a:extLst>
              <a:ext uri="{FF2B5EF4-FFF2-40B4-BE49-F238E27FC236}">
                <a16:creationId xmlns:a16="http://schemas.microsoft.com/office/drawing/2014/main" id="{0D6DEAA1-1809-9174-41B2-A167C7EF0B6D}"/>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Picture Placeholder 8">
            <a:extLst>
              <a:ext uri="{FF2B5EF4-FFF2-40B4-BE49-F238E27FC236}">
                <a16:creationId xmlns:a16="http://schemas.microsoft.com/office/drawing/2014/main" id="{DC7F0577-7039-34CE-9E81-1E1B5179E19A}"/>
              </a:ext>
            </a:extLst>
          </p:cNvPr>
          <p:cNvSpPr>
            <a:spLocks noGrp="1" noChangeAspect="1"/>
          </p:cNvSpPr>
          <p:nvPr>
            <p:ph type="pic" sz="quarter" idx="17" hasCustomPrompt="1"/>
          </p:nvPr>
        </p:nvSpPr>
        <p:spPr>
          <a:xfrm>
            <a:off x="6532027"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7" name="Text Placeholder 6">
            <a:extLst>
              <a:ext uri="{FF2B5EF4-FFF2-40B4-BE49-F238E27FC236}">
                <a16:creationId xmlns:a16="http://schemas.microsoft.com/office/drawing/2014/main" id="{EEA45CAC-A034-EBF8-A42A-D240A01CA2B6}"/>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2" name="Picture Placeholder 10">
            <a:extLst>
              <a:ext uri="{FF2B5EF4-FFF2-40B4-BE49-F238E27FC236}">
                <a16:creationId xmlns:a16="http://schemas.microsoft.com/office/drawing/2014/main" id="{389183D5-43A1-CED9-DE7A-152AD40F1DB9}"/>
              </a:ext>
            </a:extLst>
          </p:cNvPr>
          <p:cNvSpPr>
            <a:spLocks noGrp="1" noChangeAspect="1"/>
          </p:cNvSpPr>
          <p:nvPr>
            <p:ph type="pic" sz="quarter" idx="24" hasCustomPrompt="1"/>
          </p:nvPr>
        </p:nvSpPr>
        <p:spPr>
          <a:xfrm>
            <a:off x="8313954"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8" name="Text Placeholder 7">
            <a:extLst>
              <a:ext uri="{FF2B5EF4-FFF2-40B4-BE49-F238E27FC236}">
                <a16:creationId xmlns:a16="http://schemas.microsoft.com/office/drawing/2014/main" id="{94B252BC-9982-2E12-F243-0ED078DBC2F2}"/>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5" name="Picture Placeholder 12">
            <a:extLst>
              <a:ext uri="{FF2B5EF4-FFF2-40B4-BE49-F238E27FC236}">
                <a16:creationId xmlns:a16="http://schemas.microsoft.com/office/drawing/2014/main" id="{5DC001A2-2BC9-E92E-1900-07D1D55C8448}"/>
              </a:ext>
            </a:extLst>
          </p:cNvPr>
          <p:cNvSpPr>
            <a:spLocks noGrp="1" noChangeAspect="1"/>
          </p:cNvSpPr>
          <p:nvPr>
            <p:ph type="pic" sz="quarter" idx="18" hasCustomPrompt="1"/>
          </p:nvPr>
        </p:nvSpPr>
        <p:spPr>
          <a:xfrm>
            <a:off x="10095882" y="135529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19" name="Text Placeholder 8">
            <a:extLst>
              <a:ext uri="{FF2B5EF4-FFF2-40B4-BE49-F238E27FC236}">
                <a16:creationId xmlns:a16="http://schemas.microsoft.com/office/drawing/2014/main" id="{DC6F0EDA-C6BC-1437-B68C-8779352D0B2E}"/>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6" name="Picture Placeholder 6">
            <a:extLst>
              <a:ext uri="{FF2B5EF4-FFF2-40B4-BE49-F238E27FC236}">
                <a16:creationId xmlns:a16="http://schemas.microsoft.com/office/drawing/2014/main" id="{A515A847-B8F1-0835-FEF9-D0644A3666A3}"/>
              </a:ext>
            </a:extLst>
          </p:cNvPr>
          <p:cNvSpPr>
            <a:spLocks noGrp="1" noChangeAspect="1"/>
          </p:cNvSpPr>
          <p:nvPr>
            <p:ph type="pic" sz="quarter" idx="53" hasCustomPrompt="1"/>
          </p:nvPr>
        </p:nvSpPr>
        <p:spPr>
          <a:xfrm>
            <a:off x="4750100"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0" name="Text Placeholder 5">
            <a:extLst>
              <a:ext uri="{FF2B5EF4-FFF2-40B4-BE49-F238E27FC236}">
                <a16:creationId xmlns:a16="http://schemas.microsoft.com/office/drawing/2014/main" id="{EE6421DF-C4CF-347F-3F9F-B7C15DD342DB}"/>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7" name="Picture Placeholder 8">
            <a:extLst>
              <a:ext uri="{FF2B5EF4-FFF2-40B4-BE49-F238E27FC236}">
                <a16:creationId xmlns:a16="http://schemas.microsoft.com/office/drawing/2014/main" id="{AFFDAEDA-7A67-EFF8-97FE-53895BDD7346}"/>
              </a:ext>
            </a:extLst>
          </p:cNvPr>
          <p:cNvSpPr>
            <a:spLocks noGrp="1" noChangeAspect="1"/>
          </p:cNvSpPr>
          <p:nvPr>
            <p:ph type="pic" sz="quarter" idx="54" hasCustomPrompt="1"/>
          </p:nvPr>
        </p:nvSpPr>
        <p:spPr>
          <a:xfrm>
            <a:off x="6532027"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1" name="Text Placeholder 6">
            <a:extLst>
              <a:ext uri="{FF2B5EF4-FFF2-40B4-BE49-F238E27FC236}">
                <a16:creationId xmlns:a16="http://schemas.microsoft.com/office/drawing/2014/main" id="{33C744BB-1061-9BD7-2063-D4FC3BA87A04}"/>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8" name="Picture Placeholder 10">
            <a:extLst>
              <a:ext uri="{FF2B5EF4-FFF2-40B4-BE49-F238E27FC236}">
                <a16:creationId xmlns:a16="http://schemas.microsoft.com/office/drawing/2014/main" id="{CDEC200D-4F91-75FF-B3FC-CC83B1D2B426}"/>
              </a:ext>
            </a:extLst>
          </p:cNvPr>
          <p:cNvSpPr>
            <a:spLocks noGrp="1" noChangeAspect="1"/>
          </p:cNvSpPr>
          <p:nvPr>
            <p:ph type="pic" sz="quarter" idx="55" hasCustomPrompt="1"/>
          </p:nvPr>
        </p:nvSpPr>
        <p:spPr>
          <a:xfrm>
            <a:off x="8313954"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2" name="Text Placeholder 7">
            <a:extLst>
              <a:ext uri="{FF2B5EF4-FFF2-40B4-BE49-F238E27FC236}">
                <a16:creationId xmlns:a16="http://schemas.microsoft.com/office/drawing/2014/main" id="{FB23E977-71EF-1003-3CEF-A8A4D0D7990C}"/>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9" name="Picture Placeholder 12">
            <a:extLst>
              <a:ext uri="{FF2B5EF4-FFF2-40B4-BE49-F238E27FC236}">
                <a16:creationId xmlns:a16="http://schemas.microsoft.com/office/drawing/2014/main" id="{0C873EF1-166E-2DEB-DEA4-F4E92E72812A}"/>
              </a:ext>
            </a:extLst>
          </p:cNvPr>
          <p:cNvSpPr>
            <a:spLocks noGrp="1" noChangeAspect="1"/>
          </p:cNvSpPr>
          <p:nvPr>
            <p:ph type="pic" sz="quarter" idx="56" hasCustomPrompt="1"/>
          </p:nvPr>
        </p:nvSpPr>
        <p:spPr>
          <a:xfrm>
            <a:off x="10095882" y="3828822"/>
            <a:ext cx="1180800" cy="1180800"/>
          </a:xfrm>
          <a:prstGeom prst="rect">
            <a:avLst/>
          </a:prstGeom>
          <a:solidFill>
            <a:schemeClr val="bg1">
              <a:lumMod val="95000"/>
            </a:schemeClr>
          </a:solidFill>
        </p:spPr>
        <p:txBody>
          <a:bodyPr vert="horz" lIns="0" tIns="0" rIns="0" bIns="0" rtlCol="0" anchor="ctr">
            <a:noAutofit/>
          </a:bodyPr>
          <a:lstStyle>
            <a:lvl1pPr marL="0" indent="0" algn="ctr">
              <a:buNone/>
              <a:defRPr lang="en-US" sz="1400" b="0" i="0" dirty="0">
                <a:solidFill>
                  <a:schemeClr val="tx1"/>
                </a:solidFill>
                <a:latin typeface="Arial" panose="020B0604020202020204" pitchFamily="34" charset="0"/>
              </a:defRPr>
            </a:lvl1pPr>
          </a:lstStyle>
          <a:p>
            <a:pPr lvl="0"/>
            <a:r>
              <a:rPr lang="en-GB"/>
              <a:t>Add profile photo</a:t>
            </a:r>
            <a:endParaRPr lang="en-US"/>
          </a:p>
        </p:txBody>
      </p:sp>
      <p:sp>
        <p:nvSpPr>
          <p:cNvPr id="43" name="Text Placeholder 8">
            <a:extLst>
              <a:ext uri="{FF2B5EF4-FFF2-40B4-BE49-F238E27FC236}">
                <a16:creationId xmlns:a16="http://schemas.microsoft.com/office/drawing/2014/main" id="{3B567A05-2B76-107C-E1AA-BD5AA1C1C532}"/>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Tree>
    <p:extLst>
      <p:ext uri="{BB962C8B-B14F-4D97-AF65-F5344CB8AC3E}">
        <p14:creationId xmlns:p14="http://schemas.microsoft.com/office/powerpoint/2010/main" val="1272556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221346624"/>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Arial" panose="020B0604020202020204" pitchFamily="34" charset="0"/>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US"/>
              <a:t>Click to edit Master title style</a:t>
            </a:r>
          </a:p>
        </p:txBody>
      </p:sp>
      <p:sp>
        <p:nvSpPr>
          <p:cNvPr id="9" name="TextBox 8">
            <a:extLst>
              <a:ext uri="{FF2B5EF4-FFF2-40B4-BE49-F238E27FC236}">
                <a16:creationId xmlns:a16="http://schemas.microsoft.com/office/drawing/2014/main" id="{5932412D-AD03-BACB-C691-EC79CDF8A06A}"/>
              </a:ext>
            </a:extLst>
          </p:cNvPr>
          <p:cNvSpPr txBox="1"/>
          <p:nvPr/>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3661855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Content: column + image, purple">
    <p:bg>
      <p:bgPr>
        <a:solidFill>
          <a:srgbClr val="460073"/>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copyright">
            <a:extLst>
              <a:ext uri="{FF2B5EF4-FFF2-40B4-BE49-F238E27FC236}">
                <a16:creationId xmlns:a16="http://schemas.microsoft.com/office/drawing/2014/main" id="{2474523B-1F34-A604-B640-C5B887005C9D}"/>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28236719-F299-27AE-8104-D07B5280084D}"/>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Tree>
    <p:extLst>
      <p:ext uri="{BB962C8B-B14F-4D97-AF65-F5344CB8AC3E}">
        <p14:creationId xmlns:p14="http://schemas.microsoft.com/office/powerpoint/2010/main" val="2704124635"/>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 uri="{C183D7F6-B498-43B3-948B-1728B52AA6E4}">
                <adec:decorative xmlns:adec="http://schemas.microsoft.com/office/drawing/2017/decorative" val="1"/>
              </a:ext>
            </a:extLst>
          </p:cNvPr>
          <p:cNvSpPr/>
          <p:nvPr/>
        </p:nvSpPr>
        <p:spPr bwMode="white">
          <a:xfrm>
            <a:off x="0" y="6309360"/>
            <a:ext cx="12192000" cy="54864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6" name="copyright">
            <a:extLst>
              <a:ext uri="{FF2B5EF4-FFF2-40B4-BE49-F238E27FC236}">
                <a16:creationId xmlns:a16="http://schemas.microsoft.com/office/drawing/2014/main" id="{71CDECC6-DEE3-D5F7-A7C8-D4473D9F4F71}"/>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29128A2-7647-DB1F-6198-C2A2C402A7BC}"/>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165292075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custom 1">
    <p:spTree>
      <p:nvGrpSpPr>
        <p:cNvPr id="1" name=""/>
        <p:cNvGrpSpPr/>
        <p:nvPr/>
      </p:nvGrpSpPr>
      <p:grpSpPr>
        <a:xfrm>
          <a:off x="0" y="0"/>
          <a:ext cx="0" cy="0"/>
          <a:chOff x="0" y="0"/>
          <a:chExt cx="0" cy="0"/>
        </a:xfrm>
      </p:grpSpPr>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630396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p:nvSpPr>
        <p:spPr bwMode="white">
          <a:xfrm>
            <a:off x="3048000" y="3089456"/>
            <a:ext cx="3047968" cy="3039884"/>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281AFB62-DF00-C781-B194-BA35B5F26EDD}"/>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5A95B4E2-055A-BEE2-36E8-45DD70D13404}"/>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4121376461"/>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56"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p:nvSpPr>
        <p:spPr bwMode="white">
          <a:xfrm>
            <a:off x="3048000" y="3074022"/>
            <a:ext cx="3047968"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p:nvSpPr>
        <p:spPr bwMode="white">
          <a:xfrm>
            <a:off x="9144056" y="3074022"/>
            <a:ext cx="3047944"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2" name="copyright">
            <a:extLst>
              <a:ext uri="{FF2B5EF4-FFF2-40B4-BE49-F238E27FC236}">
                <a16:creationId xmlns:a16="http://schemas.microsoft.com/office/drawing/2014/main" id="{C6DCEC7C-94EF-9488-4BC9-3AC6108281E8}"/>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3" name="slide number automatic">
            <a:extLst>
              <a:ext uri="{FF2B5EF4-FFF2-40B4-BE49-F238E27FC236}">
                <a16:creationId xmlns:a16="http://schemas.microsoft.com/office/drawing/2014/main" id="{DFF01EE3-5EDD-45BD-F1D7-076E2C959DD2}"/>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45082565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Content: statistics light mode">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5FC628-50A5-B1A6-05ED-725C3D17E4E2}"/>
              </a:ext>
            </a:extLst>
          </p:cNvPr>
          <p:cNvSpPr>
            <a:spLocks noGrp="1"/>
          </p:cNvSpPr>
          <p:nvPr>
            <p:ph type="title" hasCustomPrompt="1"/>
          </p:nvPr>
        </p:nvSpPr>
        <p:spPr>
          <a:xfrm>
            <a:off x="565461" y="472551"/>
            <a:ext cx="2285996" cy="820674"/>
          </a:xfrm>
        </p:spPr>
        <p:txBody>
          <a:bodyPr tIns="0" anchor="ctr">
            <a:spAutoFit/>
          </a:bodyPr>
          <a:lstStyle>
            <a:lvl1pPr marL="0" indent="0">
              <a:defRPr lang="en-US" sz="5333" b="1" i="0" kern="1200" dirty="0">
                <a:solidFill>
                  <a:schemeClr val="bg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B51A4FC9-6DF5-ABE3-94E1-8598B7A527EA}"/>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C826E34F-821D-D174-AEA1-2830AED1A7A3}"/>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888280699"/>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0CDE8D91-A0EC-6264-EF38-70D72735562D}"/>
              </a:ext>
            </a:extLst>
          </p:cNvPr>
          <p:cNvSpPr>
            <a:spLocks noGrp="1"/>
          </p:cNvSpPr>
          <p:nvPr>
            <p:ph type="title" hasCustomPrompt="1"/>
          </p:nvPr>
        </p:nvSpPr>
        <p:spPr>
          <a:xfrm>
            <a:off x="565461" y="397304"/>
            <a:ext cx="2285996" cy="910593"/>
          </a:xfrm>
        </p:spPr>
        <p:txBody>
          <a:bodyPr anchor="ctr">
            <a:noAutofit/>
          </a:bodyPr>
          <a:lstStyle>
            <a:lvl1pPr marL="0" indent="0">
              <a:defRPr lang="en-US" sz="5333" b="1" i="0" kern="1200" dirty="0">
                <a:solidFill>
                  <a:schemeClr val="accent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6F38CEE2-3D5C-A0E3-1BE3-09AB0AC25463}"/>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6" name="slide number automatic">
            <a:extLst>
              <a:ext uri="{FF2B5EF4-FFF2-40B4-BE49-F238E27FC236}">
                <a16:creationId xmlns:a16="http://schemas.microsoft.com/office/drawing/2014/main" id="{FC53484B-EB21-70B6-32DD-8344CAE70A1C}"/>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146170"/>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cSld name="Salutation: gradient">
    <p:bg>
      <p:bgPr>
        <a:solidFill>
          <a:schemeClr val="accent2"/>
        </a:solidFill>
        <a:effectLst/>
      </p:bgPr>
    </p:bg>
    <p:spTree>
      <p:nvGrpSpPr>
        <p:cNvPr id="1" name=""/>
        <p:cNvGrpSpPr/>
        <p:nvPr/>
      </p:nvGrpSpPr>
      <p:grpSpPr>
        <a:xfrm>
          <a:off x="0" y="0"/>
          <a:ext cx="0" cy="0"/>
          <a:chOff x="0" y="0"/>
          <a:chExt cx="0" cy="0"/>
        </a:xfrm>
      </p:grpSpPr>
      <p:pic>
        <p:nvPicPr>
          <p:cNvPr id="9" name="Picture 8" descr="A purple and black background&#10;&#10;AI-generated content may be incorrect.">
            <a:extLst>
              <a:ext uri="{FF2B5EF4-FFF2-40B4-BE49-F238E27FC236}">
                <a16:creationId xmlns:a16="http://schemas.microsoft.com/office/drawing/2014/main" id="{1E54F49D-2B2F-7CDD-DC94-B6FF9A694BD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rot="5400000">
            <a:off x="2667000" y="-2667000"/>
            <a:ext cx="6858000" cy="12192000"/>
          </a:xfrm>
          <a:prstGeom prst="rect">
            <a:avLst/>
          </a:prstGeom>
        </p:spPr>
      </p:pic>
      <p:sp>
        <p:nvSpPr>
          <p:cNvPr id="8" name="Title 1">
            <a:extLst>
              <a:ext uri="{FF2B5EF4-FFF2-40B4-BE49-F238E27FC236}">
                <a16:creationId xmlns:a16="http://schemas.microsoft.com/office/drawing/2014/main" id="{4772D35A-1963-BF72-AA80-2201D2B0173F}"/>
              </a:ext>
            </a:extLst>
          </p:cNvPr>
          <p:cNvSpPr>
            <a:spLocks noGrp="1"/>
          </p:cNvSpPr>
          <p:nvPr>
            <p:ph type="title"/>
          </p:nvPr>
        </p:nvSpPr>
        <p:spPr>
          <a:xfrm>
            <a:off x="1191348" y="3429000"/>
            <a:ext cx="6046527" cy="984885"/>
          </a:xfrm>
          <a:prstGeom prst="rect">
            <a:avLst/>
          </a:prstGeom>
        </p:spPr>
        <p:txBody>
          <a:bodyPr wrap="none" anchor="ctr"/>
          <a:lstStyle>
            <a:lvl1pPr algn="l">
              <a:defRPr sz="8000">
                <a:solidFill>
                  <a:schemeClr val="tx1"/>
                </a:solidFill>
              </a:defRPr>
            </a:lvl1pPr>
          </a:lstStyle>
          <a:p>
            <a:r>
              <a:rPr lang="en-US"/>
              <a:t>Click to edit Master title style</a:t>
            </a:r>
          </a:p>
        </p:txBody>
      </p:sp>
      <p:sp>
        <p:nvSpPr>
          <p:cNvPr id="2" name="copyright">
            <a:extLst>
              <a:ext uri="{FF2B5EF4-FFF2-40B4-BE49-F238E27FC236}">
                <a16:creationId xmlns:a16="http://schemas.microsoft.com/office/drawing/2014/main" id="{8F090878-FDCB-E32E-7E4D-4A1D113FA508}"/>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85000"/>
                    <a:alpha val="75000"/>
                  </a:schemeClr>
                </a:solidFill>
                <a:latin typeface="Arial" panose="020B0604020202020204" pitchFamily="34" charset="0"/>
              </a:rPr>
              <a:t>Copyright © 2025 Accenture. All rights reserved.</a:t>
            </a:r>
            <a:endParaRPr lang="en-US" sz="1351" b="0" i="0" noProof="0">
              <a:solidFill>
                <a:schemeClr val="tx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DD78C6E-A2CA-C7D3-D53E-97A08AAAEAD8}"/>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
        <p:nvSpPr>
          <p:cNvPr id="10" name="GTS_WH">
            <a:extLst>
              <a:ext uri="{FF2B5EF4-FFF2-40B4-BE49-F238E27FC236}">
                <a16:creationId xmlns:a16="http://schemas.microsoft.com/office/drawing/2014/main" id="{79093C77-020A-31D2-4F4F-DA77DEFA8E84}"/>
              </a:ext>
              <a:ext uri="{C183D7F6-B498-43B3-948B-1728B52AA6E4}">
                <adec:decorative xmlns:adec="http://schemas.microsoft.com/office/drawing/2017/decorative" val="1"/>
              </a:ext>
            </a:extLst>
          </p:cNvPr>
          <p:cNvSpPr>
            <a:spLocks noChangeAspect="1"/>
          </p:cNvSpPr>
          <p:nvPr/>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7141542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alutation: purple">
    <p:bg>
      <p:bgPr>
        <a:solidFill>
          <a:srgbClr val="46007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85000"/>
                    <a:alpha val="75000"/>
                  </a:schemeClr>
                </a:solidFill>
                <a:latin typeface="Arial" panose="020B0604020202020204" pitchFamily="34" charset="0"/>
              </a:rPr>
              <a:t>Copyright © 2025 Accenture. All rights reserved.</a:t>
            </a:r>
            <a:endParaRPr lang="en-US" sz="1351" b="0" i="0" noProof="0">
              <a:solidFill>
                <a:schemeClr val="tx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540D3C9F-6433-4B02-3A65-24CE972551FF}"/>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2556081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99074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F929-4C24-95D0-6FBD-58C2C169F5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F317A35-2CAF-7386-178C-07DE62DEA0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BA60D9-F539-2424-3CA4-25D32AABFD86}"/>
              </a:ext>
            </a:extLst>
          </p:cNvPr>
          <p:cNvSpPr>
            <a:spLocks noGrp="1"/>
          </p:cNvSpPr>
          <p:nvPr>
            <p:ph type="dt" sz="half" idx="10"/>
          </p:nvPr>
        </p:nvSpPr>
        <p:spPr/>
        <p:txBody>
          <a:bodyPr/>
          <a:lstStyle/>
          <a:p>
            <a:fld id="{5A7D16CE-4AE5-450E-8464-94E859E28182}" type="datetimeFigureOut">
              <a:rPr lang="en-US" smtClean="0"/>
              <a:t>3/4/2026</a:t>
            </a:fld>
            <a:endParaRPr lang="en-US"/>
          </a:p>
        </p:txBody>
      </p:sp>
      <p:sp>
        <p:nvSpPr>
          <p:cNvPr id="5" name="Footer Placeholder 4">
            <a:extLst>
              <a:ext uri="{FF2B5EF4-FFF2-40B4-BE49-F238E27FC236}">
                <a16:creationId xmlns:a16="http://schemas.microsoft.com/office/drawing/2014/main" id="{A1F9E27F-B3A1-419E-EE96-C52ED8438F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02529-1712-FF79-8600-06F878803360}"/>
              </a:ext>
            </a:extLst>
          </p:cNvPr>
          <p:cNvSpPr>
            <a:spLocks noGrp="1"/>
          </p:cNvSpPr>
          <p:nvPr>
            <p:ph type="sldNum" sz="quarter" idx="12"/>
          </p:nvPr>
        </p:nvSpPr>
        <p:spPr/>
        <p:txBody>
          <a:bodyPr/>
          <a:lstStyle/>
          <a:p>
            <a:fld id="{30E3B77B-0ED7-4748-811B-6CAA3864AE98}" type="slidenum">
              <a:rPr lang="en-US" smtClean="0"/>
              <a:t>‹#›</a:t>
            </a:fld>
            <a:endParaRPr lang="en-US"/>
          </a:p>
        </p:txBody>
      </p:sp>
    </p:spTree>
    <p:extLst>
      <p:ext uri="{BB962C8B-B14F-4D97-AF65-F5344CB8AC3E}">
        <p14:creationId xmlns:p14="http://schemas.microsoft.com/office/powerpoint/2010/main" val="30383672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50000"/>
                    <a:lumOff val="50000"/>
                    <a:alpha val="75000"/>
                  </a:schemeClr>
                </a:solidFill>
                <a:latin typeface="Arial" panose="020B0604020202020204" pitchFamily="34" charset="0"/>
              </a:rPr>
              <a:t>Copyright © 2025 Accenture. All rights reserved.</a:t>
            </a:r>
            <a:endParaRPr lang="en-US" sz="1351" b="0" i="0" noProof="0">
              <a:solidFill>
                <a:schemeClr val="tx1">
                  <a:lumMod val="50000"/>
                  <a:lumOff val="50000"/>
                  <a:alpha val="75000"/>
                </a:schemeClr>
              </a:solidFill>
              <a:latin typeface="Arial" panose="020B0604020202020204" pitchFamily="34" charset="0"/>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866033026"/>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 id="2147483916" r:id="rId18"/>
    <p:sldLayoutId id="2147483917"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 id="2147483926" r:id="rId28"/>
    <p:sldLayoutId id="2147483927" r:id="rId29"/>
    <p:sldLayoutId id="2147483928" r:id="rId30"/>
    <p:sldLayoutId id="2147483929" r:id="rId31"/>
    <p:sldLayoutId id="2147483930" r:id="rId32"/>
    <p:sldLayoutId id="2147483931" r:id="rId33"/>
    <p:sldLayoutId id="2147483932" r:id="rId34"/>
    <p:sldLayoutId id="2147483933" r:id="rId35"/>
    <p:sldLayoutId id="2147483934" r:id="rId36"/>
    <p:sldLayoutId id="2147483935" r:id="rId37"/>
    <p:sldLayoutId id="2147483936" r:id="rId38"/>
    <p:sldLayoutId id="2147483937" r:id="rId39"/>
    <p:sldLayoutId id="2147483938" r:id="rId40"/>
    <p:sldLayoutId id="2147483939" r:id="rId41"/>
    <p:sldLayoutId id="2147483940" r:id="rId42"/>
    <p:sldLayoutId id="2147483941" r:id="rId43"/>
    <p:sldLayoutId id="2147483942" r:id="rId44"/>
    <p:sldLayoutId id="2147483943" r:id="rId45"/>
    <p:sldLayoutId id="2147483944" r:id="rId46"/>
    <p:sldLayoutId id="2147483945" r:id="rId47"/>
    <p:sldLayoutId id="2147483946" r:id="rId48"/>
    <p:sldLayoutId id="2147483947" r:id="rId49"/>
    <p:sldLayoutId id="2147483948" r:id="rId50"/>
    <p:sldLayoutId id="2147483949" r:id="rId51"/>
    <p:sldLayoutId id="2147483950" r:id="rId52"/>
    <p:sldLayoutId id="2147483951" r:id="rId53"/>
    <p:sldLayoutId id="2147483952" r:id="rId54"/>
    <p:sldLayoutId id="2147483953" r:id="rId55"/>
    <p:sldLayoutId id="2147483954" r:id="rId56"/>
    <p:sldLayoutId id="2147483955" r:id="rId57"/>
    <p:sldLayoutId id="2147483956" r:id="rId58"/>
  </p:sldLayoutIdLst>
  <p:txStyles>
    <p:titleStyle>
      <a:lvl1pPr algn="l" defTabSz="914377" rtl="0" eaLnBrk="1" latinLnBrk="0" hangingPunct="1">
        <a:lnSpc>
          <a:spcPct val="80000"/>
        </a:lnSpc>
        <a:spcBef>
          <a:spcPct val="0"/>
        </a:spcBef>
        <a:buNone/>
        <a:defRPr sz="3200" b="1" i="0" kern="1200">
          <a:solidFill>
            <a:schemeClr val="tx1"/>
          </a:solidFill>
          <a:latin typeface="Arial" panose="020B0604020202020204" pitchFamily="34" charset="0"/>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5ACBF0"/>
          </p15:clr>
        </p15:guide>
        <p15:guide id="8" pos="347">
          <p15:clr>
            <a:srgbClr val="9FCC3B"/>
          </p15:clr>
        </p15:guide>
        <p15:guide id="9" pos="733">
          <p15:clr>
            <a:srgbClr val="C35EA4"/>
          </p15:clr>
        </p15:guide>
        <p15:guide id="10" pos="7514">
          <p15:clr>
            <a:srgbClr val="5ACBF0"/>
          </p15:clr>
        </p15:guide>
        <p15:guide id="11" pos="166">
          <p15:clr>
            <a:srgbClr val="5ACBF0"/>
          </p15:clr>
        </p15:guide>
        <p15:guide id="12" orient="horz" pos="4156">
          <p15:clr>
            <a:srgbClr val="5ACBF0"/>
          </p15:clr>
        </p15:guide>
        <p15:guide id="13" pos="7333">
          <p15:clr>
            <a:srgbClr val="9FCC3B"/>
          </p15:clr>
        </p15:guide>
        <p15:guide id="14" orient="horz" pos="346">
          <p15:clr>
            <a:srgbClr val="9FCC3B"/>
          </p15:clr>
        </p15:guide>
        <p15:guide id="15" orient="horz" pos="3974">
          <p15:clr>
            <a:srgbClr val="9FCC3B"/>
          </p15:clr>
        </p15:guide>
        <p15:guide id="16" orient="horz" pos="845">
          <p15:clr>
            <a:srgbClr val="A4A3A4"/>
          </p15:clr>
        </p15:guide>
        <p15:guide id="17" orient="horz" pos="3861">
          <p15:clr>
            <a:srgbClr val="A4A3A4"/>
          </p15:clr>
        </p15:guide>
        <p15:guide id="18" pos="6924">
          <p15:clr>
            <a:srgbClr val="C35EA4"/>
          </p15:clr>
        </p15:guide>
        <p15:guide id="19" orient="horz" pos="1162">
          <p15:clr>
            <a:srgbClr val="FDE53C"/>
          </p15:clr>
        </p15:guide>
        <p15:guide id="20" pos="7015">
          <p15:clr>
            <a:srgbClr val="F26B43"/>
          </p15:clr>
        </p15:guide>
        <p15:guide id="21" pos="6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DDF80-7D26-FA03-BF26-9405115D1F4C}"/>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201CFDE7-7F82-3C3D-5603-4F2C9C2B9947}"/>
              </a:ext>
            </a:extLst>
          </p:cNvPr>
          <p:cNvSpPr/>
          <p:nvPr/>
        </p:nvSpPr>
        <p:spPr>
          <a:xfrm>
            <a:off x="0" y="2149813"/>
            <a:ext cx="12192000" cy="47081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Regular"/>
              <a:ea typeface="+mn-ea"/>
              <a:cs typeface="+mn-cs"/>
            </a:endParaRPr>
          </a:p>
        </p:txBody>
      </p:sp>
      <p:sp>
        <p:nvSpPr>
          <p:cNvPr id="3" name="Title 2">
            <a:extLst>
              <a:ext uri="{FF2B5EF4-FFF2-40B4-BE49-F238E27FC236}">
                <a16:creationId xmlns:a16="http://schemas.microsoft.com/office/drawing/2014/main" id="{F2003615-06B5-D9FF-BB91-DB7664A47AB0}"/>
              </a:ext>
            </a:extLst>
          </p:cNvPr>
          <p:cNvSpPr>
            <a:spLocks noGrp="1"/>
          </p:cNvSpPr>
          <p:nvPr>
            <p:ph type="title"/>
          </p:nvPr>
        </p:nvSpPr>
        <p:spPr/>
        <p:txBody>
          <a:bodyPr/>
          <a:lstStyle/>
          <a:p>
            <a:r>
              <a:t>Contextual Intelligence Unified Insights</a:t>
            </a:r>
          </a:p>
        </p:txBody>
      </p:sp>
      <p:sp>
        <p:nvSpPr>
          <p:cNvPr id="4" name="Content Placeholder 3">
            <a:extLst>
              <a:ext uri="{FF2B5EF4-FFF2-40B4-BE49-F238E27FC236}">
                <a16:creationId xmlns:a16="http://schemas.microsoft.com/office/drawing/2014/main" id="{239EB984-F1D1-BF9E-0893-0DE15F133CDE}"/>
              </a:ext>
            </a:extLst>
          </p:cNvPr>
          <p:cNvSpPr>
            <a:spLocks noGrp="1"/>
          </p:cNvSpPr>
          <p:nvPr>
            <p:ph idx="1"/>
          </p:nvPr>
        </p:nvSpPr>
        <p:spPr>
          <a:xfrm>
            <a:off x="1951588" y="2531448"/>
            <a:ext cx="10053599" cy="4144655"/>
          </a:xfrm>
        </p:spPr>
        <p:txBody>
          <a:bodyPr wrap="square"/>
          <a:lstStyle/>
          <a:p>
            <a:pPr>
              <a:defRPr sz="1200">
                <a:solidFill>
                  <a:srgbClr val="FFFFFF"/>
                </a:solidFill>
              </a:defRPr>
            </a:pPr>
            <a:endParaRPr lang="en-US" dirty="0"/>
          </a:p>
          <a:p>
            <a:pPr>
              <a:defRPr sz="1200">
                <a:solidFill>
                  <a:srgbClr val="FFFFFF"/>
                </a:solidFill>
              </a:defRPr>
            </a:pPr>
            <a:r>
              <a:rPr dirty="0"/>
              <a:t>Consumer trust is pivotal in the adoption of agent-mediated transactions, evolving uniquely across regions. In areas with robust data protection and high digital confidence, trust hinges on transparency and brand reputation. Conversely, in regions with emerging regulations, consumers prioritize human oversight and local brand credibility. Trust is transitioning from brand-centric to ecosystem-based, emphasizing the role of AI agents, platform governance, and regulatory safeguards.</a:t>
            </a:r>
            <a:br>
              <a:rPr dirty="0"/>
            </a:br>
            <a:br>
              <a:rPr dirty="0"/>
            </a:br>
            <a:r>
              <a:rPr dirty="0"/>
              <a:t>Our solution excels by integrating data insights, automation, and scalable platforms, enabling organizations to accelerate product launches, reduce operational costs, and enhance customer experiences. This approach ensures measurable business results, positioning us as a trusted partner delivering tangible ROI and long-term value rather than isolated tech solutions.</a:t>
            </a:r>
            <a:br>
              <a:rPr dirty="0"/>
            </a:br>
            <a:br>
              <a:rPr dirty="0"/>
            </a:br>
            <a:r>
              <a:rPr dirty="0"/>
              <a:t>Revenue growth is driven by recurring platform subscriptions, outcome-based services, and advisory offerings. Our differentiation lies in our ability to connect strategy to execution, providing clear business outcomes and flexibility to adapt to market changes while focusing on growth, profitability, and risk management.</a:t>
            </a:r>
            <a:br>
              <a:rPr dirty="0"/>
            </a:br>
            <a:br>
              <a:rPr dirty="0"/>
            </a:br>
            <a:r>
              <a:rPr dirty="0"/>
              <a:t>This document stands out due to its strong business narrative and clear value proposition, directly linking capabilities to financial impact, making it compelling for decision-makers seeking sustainable growth and competitive advantage.</a:t>
            </a:r>
            <a:endParaRPr lang="en-US" dirty="0"/>
          </a:p>
        </p:txBody>
      </p:sp>
      <p:sp>
        <p:nvSpPr>
          <p:cNvPr id="21" name="TextBox 20">
            <a:extLst>
              <a:ext uri="{FF2B5EF4-FFF2-40B4-BE49-F238E27FC236}">
                <a16:creationId xmlns:a16="http://schemas.microsoft.com/office/drawing/2014/main" id="{DF1BDA88-2F37-A3DC-E9C4-994C8E0A45BC}"/>
              </a:ext>
            </a:extLst>
          </p:cNvPr>
          <p:cNvSpPr txBox="1"/>
          <p:nvPr/>
        </p:nvSpPr>
        <p:spPr>
          <a:xfrm>
            <a:off x="485774" y="1117875"/>
            <a:ext cx="11401425" cy="523220"/>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00000">
                    <a:lumMod val="75000"/>
                    <a:lumOff val="25000"/>
                  </a:srgbClr>
                </a:solidFill>
                <a:effectLst/>
                <a:uLnTx/>
                <a:uFillTx/>
                <a:latin typeface="Graphik" panose="020B0503030202060203" pitchFamily="34" charset="0"/>
                <a:ea typeface="+mn-ea"/>
                <a:cs typeface="+mn-cs"/>
              </a:rPr>
              <a:t>This document is an ecosystem review and classification for the Agentic Commerce State of the Nation POC. It lists contacts, contribution type, sales material type, services, technologies, industry, and vendor. </a:t>
            </a:r>
            <a:endParaRPr kumimoji="0" lang="en-US" sz="1400" b="0" i="0" u="none" strike="noStrike" kern="1200" cap="none" spc="0" normalizeH="0" baseline="0" noProof="0" dirty="0">
              <a:ln>
                <a:noFill/>
              </a:ln>
              <a:solidFill>
                <a:srgbClr val="000000">
                  <a:lumMod val="75000"/>
                  <a:lumOff val="25000"/>
                </a:srgbClr>
              </a:solidFill>
              <a:effectLst/>
              <a:uLnTx/>
              <a:uFillTx/>
              <a:latin typeface="Arial Regular"/>
              <a:ea typeface="+mn-ea"/>
              <a:cs typeface="+mn-cs"/>
            </a:endParaRPr>
          </a:p>
        </p:txBody>
      </p:sp>
      <p:sp>
        <p:nvSpPr>
          <p:cNvPr id="23" name="Rectangle: Top Corners Rounded 22">
            <a:extLst>
              <a:ext uri="{FF2B5EF4-FFF2-40B4-BE49-F238E27FC236}">
                <a16:creationId xmlns:a16="http://schemas.microsoft.com/office/drawing/2014/main" id="{C600BE87-EDC3-4E06-A9FA-4CDBD93E2E7E}"/>
              </a:ext>
            </a:extLst>
          </p:cNvPr>
          <p:cNvSpPr/>
          <p:nvPr/>
        </p:nvSpPr>
        <p:spPr>
          <a:xfrm rot="10800000">
            <a:off x="4676725" y="2147400"/>
            <a:ext cx="2695575" cy="384048"/>
          </a:xfrm>
          <a:prstGeom prst="round2Same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Arial Regular"/>
              <a:ea typeface="+mn-ea"/>
              <a:cs typeface="+mn-cs"/>
            </a:endParaRPr>
          </a:p>
        </p:txBody>
      </p:sp>
      <p:sp>
        <p:nvSpPr>
          <p:cNvPr id="19" name="TextBox 18">
            <a:extLst>
              <a:ext uri="{FF2B5EF4-FFF2-40B4-BE49-F238E27FC236}">
                <a16:creationId xmlns:a16="http://schemas.microsoft.com/office/drawing/2014/main" id="{8EB0750C-02A8-BC30-C239-C3CFAA6678D2}"/>
              </a:ext>
            </a:extLst>
          </p:cNvPr>
          <p:cNvSpPr txBox="1"/>
          <p:nvPr/>
        </p:nvSpPr>
        <p:spPr>
          <a:xfrm>
            <a:off x="4791024" y="2147399"/>
            <a:ext cx="2466975" cy="338554"/>
          </a:xfrm>
          <a:prstGeom prst="rect">
            <a:avLst/>
          </a:prstGeom>
          <a:noFill/>
        </p:spPr>
        <p:txBody>
          <a:bodyPr wrap="squar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srgbClr val="FFFFFF"/>
                </a:solidFill>
                <a:effectLst/>
                <a:uLnTx/>
                <a:uFillTx/>
                <a:latin typeface="Graphik" panose="020B0503030202060203" pitchFamily="34" charset="0"/>
                <a:ea typeface="+mn-ea"/>
                <a:cs typeface="+mn-cs"/>
              </a:rPr>
              <a:t>Contextual Intelligence</a:t>
            </a:r>
          </a:p>
        </p:txBody>
      </p:sp>
      <p:cxnSp>
        <p:nvCxnSpPr>
          <p:cNvPr id="5" name="Straight Connector 4">
            <a:extLst>
              <a:ext uri="{FF2B5EF4-FFF2-40B4-BE49-F238E27FC236}">
                <a16:creationId xmlns:a16="http://schemas.microsoft.com/office/drawing/2014/main" id="{AE35045E-219D-CA6A-BA37-35247C707AE0}"/>
              </a:ext>
            </a:extLst>
          </p:cNvPr>
          <p:cNvCxnSpPr>
            <a:cxnSpLocks/>
          </p:cNvCxnSpPr>
          <p:nvPr/>
        </p:nvCxnSpPr>
        <p:spPr>
          <a:xfrm>
            <a:off x="1823935" y="2937167"/>
            <a:ext cx="0" cy="3282696"/>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C150FC71-C1B3-69A3-46B7-22BAF46A1EDC}"/>
              </a:ext>
            </a:extLst>
          </p:cNvPr>
          <p:cNvSpPr txBox="1"/>
          <p:nvPr/>
        </p:nvSpPr>
        <p:spPr>
          <a:xfrm>
            <a:off x="269093" y="3127248"/>
            <a:ext cx="1682495" cy="233172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Document Type</a:t>
            </a:r>
            <a:b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br>
            <a:r>
              <a:rPr kumimoji="0" lang="en-US" sz="11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Sales Enablers</a:t>
            </a:r>
            <a:endParaRPr kumimoji="0" lang="en-US" sz="12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endParaRPr>
          </a:p>
          <a:p>
            <a:pPr lvl="0" defTabSz="228600">
              <a:spcAft>
                <a:spcPts val="1200"/>
              </a:spcAft>
            </a:pPr>
            <a: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Persona</a:t>
            </a:r>
            <a:b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br>
            <a:r>
              <a:rPr lang="en-US" sz="1100" dirty="0">
                <a:solidFill>
                  <a:schemeClr val="bg1"/>
                </a:solidFill>
                <a:latin typeface="Graphik" panose="020B0503030202060203" pitchFamily="34" charset="0"/>
              </a:rPr>
              <a:t>CDAO, CTO, COO</a:t>
            </a:r>
          </a:p>
          <a:p>
            <a:pPr lvl="0" defTabSz="228600">
              <a:spcAft>
                <a:spcPts val="1200"/>
              </a:spcAft>
            </a:pPr>
            <a: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Industry</a:t>
            </a:r>
            <a:b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br>
            <a:r>
              <a:rPr kumimoji="0" lang="en-US" sz="11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Consumer Goods &amp; Services, Retail, Travel</a:t>
            </a:r>
          </a:p>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Market/MU</a:t>
            </a:r>
            <a:b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br>
            <a:r>
              <a:rPr kumimoji="0" lang="en-US" sz="11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Americas, Asia Pacific, EMEA</a:t>
            </a:r>
            <a:endParaRPr kumimoji="0" lang="en-US" sz="14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endParaRPr>
          </a:p>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t>Key Contacts</a:t>
            </a:r>
            <a:br>
              <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rPr>
            </a:br>
            <a:r>
              <a:rPr lang="en-US" sz="1100" dirty="0">
                <a:solidFill>
                  <a:srgbClr val="FFFFFF"/>
                </a:solidFill>
                <a:latin typeface="Graphik" panose="020B0503030202060203" pitchFamily="34" charset="0"/>
              </a:rPr>
              <a:t>Vik Tandon, Sam Agris</a:t>
            </a:r>
            <a:br>
              <a:rPr lang="en-US" sz="1100" dirty="0">
                <a:solidFill>
                  <a:srgbClr val="FFFFFF"/>
                </a:solidFill>
                <a:latin typeface="Graphik" panose="020B0503030202060203" pitchFamily="34" charset="0"/>
              </a:rPr>
            </a:br>
            <a:endParaRPr kumimoji="0" lang="en-US" sz="1100" b="0" i="0" u="none" strike="noStrike" kern="1200" cap="none" spc="0" normalizeH="0" baseline="0" noProof="0" dirty="0">
              <a:ln>
                <a:noFill/>
              </a:ln>
              <a:solidFill>
                <a:srgbClr val="FFFFFF"/>
              </a:solidFill>
              <a:effectLst/>
              <a:uLnTx/>
              <a:uFillTx/>
              <a:latin typeface="Graphik" panose="020B0503030202060203" pitchFamily="34" charset="0"/>
              <a:ea typeface="+mn-ea"/>
              <a:cs typeface="+mn-cs"/>
            </a:endParaRPr>
          </a:p>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3957172234"/>
      </p:ext>
    </p:extLst>
  </p:cSld>
  <p:clrMapOvr>
    <a:masterClrMapping/>
  </p:clrMapOvr>
</p:sld>
</file>

<file path=ppt/theme/theme1.xml><?xml version="1.0" encoding="utf-8"?>
<a:theme xmlns:a="http://schemas.openxmlformats.org/drawingml/2006/main" name="Accenture them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ArialBold-Arial">
      <a:majorFont>
        <a:latin typeface="Arial Bold"/>
        <a:ea typeface=""/>
        <a:cs typeface=""/>
      </a:majorFont>
      <a:minorFont>
        <a:latin typeface="Arial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enture theme 2025" id="{5EC595ED-7373-4E5A-8C5C-615356DB0B4A}" vid="{BB129724-5CEE-40DF-A943-7C58195DDC4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7A2D550D75BD947995C632333D530AD" ma:contentTypeVersion="16" ma:contentTypeDescription="Crie um novo documento." ma:contentTypeScope="" ma:versionID="44f7630f195cd5fe4623c43115f9f778">
  <xsd:schema xmlns:xsd="http://www.w3.org/2001/XMLSchema" xmlns:xs="http://www.w3.org/2001/XMLSchema" xmlns:p="http://schemas.microsoft.com/office/2006/metadata/properties" xmlns:ns2="9c82783a-043f-442e-839a-a2edde742a9b" xmlns:ns3="38490fd2-3874-498a-a766-2fc8121cd514" targetNamespace="http://schemas.microsoft.com/office/2006/metadata/properties" ma:root="true" ma:fieldsID="758fc7df70945e5ab80d8b231c324ae5" ns2:_="" ns3:_="">
    <xsd:import namespace="9c82783a-043f-442e-839a-a2edde742a9b"/>
    <xsd:import namespace="38490fd2-3874-498a-a766-2fc8121cd514"/>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82783a-043f-442e-839a-a2edde742a9b"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2" nillable="true" ma:displayName="Taxonomy Catch All Column" ma:hidden="true" ma:list="{e3a034e9-9b93-4ffb-8ea8-7796ba805990}" ma:internalName="TaxCatchAll" ma:showField="CatchAllData" ma:web="9c82783a-043f-442e-839a-a2edde742a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8490fd2-3874-498a-a766-2fc8121cd514"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Marcações de imagem"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8490fd2-3874-498a-a766-2fc8121cd514">
      <Terms xmlns="http://schemas.microsoft.com/office/infopath/2007/PartnerControls"/>
    </lcf76f155ced4ddcb4097134ff3c332f>
    <TaxCatchAll xmlns="9c82783a-043f-442e-839a-a2edde742a9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7ADE9B4-EBDE-45D1-AC16-B0A6C99D46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82783a-043f-442e-839a-a2edde742a9b"/>
    <ds:schemaRef ds:uri="38490fd2-3874-498a-a766-2fc8121cd5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6FDE27C-16C4-45FF-A19B-13BD8B1086D5}">
  <ds:schemaRefs>
    <ds:schemaRef ds:uri="http://schemas.microsoft.com/office/2006/metadata/properties"/>
    <ds:schemaRef ds:uri="38490fd2-3874-498a-a766-2fc8121cd514"/>
    <ds:schemaRef ds:uri="http://schemas.microsoft.com/office/infopath/2007/PartnerControls"/>
    <ds:schemaRef ds:uri="http://purl.org/dc/terms/"/>
    <ds:schemaRef ds:uri="http://schemas.microsoft.com/office/2006/documentManagement/types"/>
    <ds:schemaRef ds:uri="http://purl.org/dc/elements/1.1/"/>
    <ds:schemaRef ds:uri="http://purl.org/dc/dcmitype/"/>
    <ds:schemaRef ds:uri="http://schemas.openxmlformats.org/package/2006/metadata/core-properties"/>
    <ds:schemaRef ds:uri="9c82783a-043f-442e-839a-a2edde742a9b"/>
    <ds:schemaRef ds:uri="http://www.w3.org/XML/1998/namespace"/>
  </ds:schemaRefs>
</ds:datastoreItem>
</file>

<file path=customXml/itemProps3.xml><?xml version="1.0" encoding="utf-8"?>
<ds:datastoreItem xmlns:ds="http://schemas.openxmlformats.org/officeDocument/2006/customXml" ds:itemID="{C9CBD5EA-191D-4269-ACD5-80F26C7B100A}">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FY25-Arial_Accessibility</Template>
  <TotalTime>95</TotalTime>
  <Words>304</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Arial Bold</vt:lpstr>
      <vt:lpstr>Arial Regular</vt:lpstr>
      <vt:lpstr>Graphik</vt:lpstr>
      <vt:lpstr>GT Sectra Fine Rg</vt:lpstr>
      <vt:lpstr>Palatino</vt:lpstr>
      <vt:lpstr>System Font</vt:lpstr>
      <vt:lpstr>Accenture theme 2025</vt:lpstr>
      <vt:lpstr>Contextual Intelligence Unified Insights</vt:lpstr>
    </vt:vector>
  </TitlesOfParts>
  <Manager>Canvas team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Pura, Jan Ahr-El Y.</dc:creator>
  <cp:keywords/>
  <dc:description>version 18, Graphik font family</dc:description>
  <cp:lastModifiedBy>Gomez Vez, Rebeca</cp:lastModifiedBy>
  <cp:revision>11</cp:revision>
  <dcterms:created xsi:type="dcterms:W3CDTF">2025-12-02T13:53:45Z</dcterms:created>
  <dcterms:modified xsi:type="dcterms:W3CDTF">2026-03-04T16:43:05Z</dcterms:modified>
  <cp:category>template deck</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0x010100F7A2D550D75BD947995C632333D530AD</vt:lpwstr>
  </property>
  <property fmtid="{D5CDD505-2E9C-101B-9397-08002B2CF9AE}" pid="3" name="MediaServiceImageTags">
    <vt:lpwstr/>
  </property>
</Properties>
</file>