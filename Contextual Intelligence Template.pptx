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98" r:id="rId4"/>
  </p:sldMasterIdLst>
  <p:notesMasterIdLst>
    <p:notesMasterId r:id="rId6"/>
  </p:notesMasterIdLst>
  <p:handoutMasterIdLst>
    <p:handoutMasterId r:id="rId7"/>
  </p:handoutMasterIdLst>
  <p:sldIdLst>
    <p:sldId id="290" r:id="rId5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191301-376F-864E-862C-8EAE238F6A4B}" name="Santini, Andréa" initials="SA" userId="S::andrea.santini@accenture.com::426b7daf-8c36-440e-b7a6-c38a65b6929f" providerId="AD"/>
  <p188:author id="{D05CA914-7DC9-60D2-8911-9AA9AEF6B948}" name="Bertorelli, Eloisa" initials="" userId="S::eloisa.bertorelli@accenture.com::80eab2e9-142e-44fc-b95d-f6911bc46a14" providerId="AD"/>
  <p188:author id="{D42CFD33-CA96-B80D-6164-A403048B4BB5}" name="Gonzalez, Clara" initials="" userId="S::clara.gonzalez@accenture.com::a94196a8-3606-4a10-9e5d-b2c315ce9acb" providerId="AD"/>
  <p188:author id="{283C7B6C-D1B7-B4D9-0F16-3E342206DE97}" name="Bernero, Bo" initials="" userId="S::bo.bernero@accenture.com::038b8381-bee1-495b-9366-6f9d3c62105f" providerId="AD"/>
  <p188:author id="{0E73D874-EBD8-68E4-2E46-117214CC62E4}" name="Robledo, Martu" initials="MR" userId="S::martin.robledo@accenture.com::11410a32-82ed-43e7-9588-dc918e484bab" providerId="AD"/>
  <p188:author id="{9DC5BE7D-D1FB-853D-A22F-DE53A4792DC5}" name="Villarreal Jiménez, Scarleth" initials="SV" userId="S::s.villarreal.jimenez@accenture.com::04f9cf1f-9ff4-43ff-8a7e-af3267bfe7da" providerId="AD"/>
  <p188:author id="{5C758582-2FC8-1A52-D5FB-B3878EDC6774}" name="Santini, Andréa; Bernero, Bo" initials="SAN" userId="Santini, Andréa; Bernero, Bo" providerId="None"/>
  <p188:author id="{75F8DC9E-226B-6C3A-0C87-181D918A683C}" name="Iudice, Luciana Inés" initials="" userId="S::luciana.ines.iudice@accenture.com::20b7ef9e-58b0-4db3-888c-a9ffac62ee13" providerId="AD"/>
  <p188:author id="{AC2D28BC-4D77-CC7A-109C-B403230212B8}" name="Walsh, Autumn" initials="WA" userId="S::autumn.walsh@accenture.com::a29a7807-03ff-4b0e-8384-a68ad42d5eb0" providerId="AD"/>
  <p188:author id="{AFC317D8-5546-59C2-C49A-3BE166EDE0E8}" name="Chan, Phoebe" initials="" userId="S::phoebe.chan@accenture.com::fcc2f6c5-7c76-487f-a6e9-3be7c83ecf8b" providerId="AD"/>
  <p188:author id="{3A29D8E7-072C-FA7B-EC56-7B47AC7CD8C7}" name="Alex-Vasey, Gregory" initials="" userId="S::gregory.vasey@accenture.com::b696857f-d849-4733-9dcf-790ccea696e3" providerId="AD"/>
  <p188:author id="{17E0CEF8-8283-8512-250C-DB1C65CC29DB}" name="Andrea Santini" initials="SAN" userId="Andrea Santin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0073"/>
    <a:srgbClr val="FFFFFF"/>
    <a:srgbClr val="450073"/>
    <a:srgbClr val="000000"/>
    <a:srgbClr val="AE29FF"/>
    <a:srgbClr val="05F2DB"/>
    <a:srgbClr val="224BFF"/>
    <a:srgbClr val="06112B"/>
    <a:srgbClr val="214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E853440-0782-1D68-D2FD-933DEA3367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4BAE373-49AC-5B9F-BD8D-665F4397E9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787D-70D5-9549-AC5E-9D4C1BFA0564}" type="datetimeFigureOut">
              <a:rPr lang="en-US" smtClean="0">
                <a:latin typeface="Arial" panose="020B0604020202020204" pitchFamily="34" charset="0"/>
              </a:rPr>
              <a:t>3/4/2026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D5359E-0814-051B-B036-A156852593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2F9671-5EF1-8E9F-DD2A-21863ED219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2F477-6371-B744-A7EB-E94ECCEEDA65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209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FBA1538-8606-2D42-9B67-EB3CAAF1E29B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F681651-9904-804F-8355-78350773C1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9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189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377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566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754" algn="l" defTabSz="914377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: gradient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6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42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92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665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8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64787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23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200" b="0" i="0">
                <a:latin typeface="Arial" panose="020B0604020202020204" pitchFamily="34" charset="0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200" b="0" i="0">
                <a:latin typeface="Arial" panose="020B0604020202020204" pitchFamily="34" charset="0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buNone/>
              <a:defRPr sz="1200" b="0" i="0">
                <a:latin typeface="Arial" panose="020B0604020202020204" pitchFamily="34" charset="0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639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Arial" panose="020B0604020202020204" pitchFamily="34" charset="0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Arial" panose="020B0604020202020204" pitchFamily="34" charset="0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16424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515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rgbClr val="FFFFFF">
                    <a:alpha val="75000"/>
                  </a:srgb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rgbClr val="FFFFFF">
                  <a:alpha val="75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65120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591534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7706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287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184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i="0" kern="1200" dirty="0">
                <a:solidFill>
                  <a:schemeClr val="bg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b="0" i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616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Arial" panose="020B0604020202020204" pitchFamily="34" charset="0"/>
              </a:defRPr>
            </a:lvl1pPr>
            <a:lvl2pPr>
              <a:defRPr sz="1400" b="0" i="0">
                <a:latin typeface="Arial" panose="020B0604020202020204" pitchFamily="34" charset="0"/>
              </a:defRPr>
            </a:lvl2pPr>
            <a:lvl3pPr>
              <a:defRPr sz="1400" b="0" i="0">
                <a:latin typeface="Arial" panose="020B0604020202020204" pitchFamily="34" charset="0"/>
              </a:defRPr>
            </a:lvl3pPr>
            <a:lvl4pPr>
              <a:defRPr sz="1050" b="0" i="0">
                <a:latin typeface="Arial" panose="020B0604020202020204" pitchFamily="34" charset="0"/>
              </a:defRPr>
            </a:lvl4pPr>
            <a:lvl5pPr>
              <a:defRPr sz="1050" b="0" i="0">
                <a:latin typeface="Arial" panose="020B0604020202020204" pitchFamily="34" charset="0"/>
              </a:defRPr>
            </a:lvl5pPr>
            <a:lvl6pPr>
              <a:defRPr sz="1400" b="0" i="0">
                <a:latin typeface="Arial" panose="020B0604020202020204" pitchFamily="34" charset="0"/>
              </a:defRPr>
            </a:lvl6pPr>
            <a:lvl7pPr>
              <a:defRPr sz="1100" b="0" i="0">
                <a:latin typeface="Arial" panose="020B0604020202020204" pitchFamily="34" charset="0"/>
              </a:defRPr>
            </a:lvl7pPr>
            <a:lvl9pPr>
              <a:defRPr sz="1100" b="0" i="0"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83962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105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1050" b="0" i="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 sz="1100" b="0" i="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9pPr>
              <a:defRPr sz="1100" b="0" i="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164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2pPr>
            <a:lvl3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3pPr>
            <a:lvl4pPr>
              <a:defRPr sz="1050" b="0" i="0">
                <a:solidFill>
                  <a:srgbClr val="FFFFFF"/>
                </a:solidFill>
                <a:latin typeface="Arial" panose="020B0604020202020204" pitchFamily="34" charset="0"/>
              </a:defRPr>
            </a:lvl4pPr>
            <a:lvl5pPr>
              <a:defRPr sz="1050" b="0" i="0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>
              <a:defRPr sz="1100" b="0" i="0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9pPr>
              <a:defRPr sz="1100" b="0" i="0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93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Arial" panose="020B0604020202020204" pitchFamily="34" charset="0"/>
              </a:defRPr>
            </a:lvl1pPr>
            <a:lvl2pPr>
              <a:defRPr sz="1400" b="0" i="0">
                <a:latin typeface="Arial" panose="020B0604020202020204" pitchFamily="34" charset="0"/>
              </a:defRPr>
            </a:lvl2pPr>
            <a:lvl3pPr>
              <a:defRPr sz="1400" b="0" i="0">
                <a:latin typeface="Arial" panose="020B0604020202020204" pitchFamily="34" charset="0"/>
              </a:defRPr>
            </a:lvl3pPr>
            <a:lvl4pPr>
              <a:defRPr sz="1050" b="0" i="0">
                <a:latin typeface="Arial" panose="020B0604020202020204" pitchFamily="34" charset="0"/>
              </a:defRPr>
            </a:lvl4pPr>
            <a:lvl5pPr>
              <a:defRPr sz="1050" b="0" i="0">
                <a:latin typeface="Arial" panose="020B0604020202020204" pitchFamily="34" charset="0"/>
              </a:defRPr>
            </a:lvl5pPr>
            <a:lvl6pPr>
              <a:defRPr sz="1400" b="0" i="0">
                <a:latin typeface="Arial" panose="020B0604020202020204" pitchFamily="34" charset="0"/>
              </a:defRPr>
            </a:lvl6pPr>
            <a:lvl7pPr>
              <a:defRPr sz="1100" b="0" i="0">
                <a:latin typeface="Arial" panose="020B0604020202020204" pitchFamily="34" charset="0"/>
              </a:defRPr>
            </a:lvl7pPr>
            <a:lvl9pPr>
              <a:defRPr sz="1100" b="0" i="0"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3654795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2pPr>
            <a:lvl3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3pPr>
            <a:lvl4pPr>
              <a:defRPr sz="1050" b="0" i="0">
                <a:solidFill>
                  <a:srgbClr val="FFFFFF"/>
                </a:solidFill>
                <a:latin typeface="Arial" panose="020B0604020202020204" pitchFamily="34" charset="0"/>
              </a:defRPr>
            </a:lvl4pPr>
            <a:lvl5pPr>
              <a:defRPr sz="1050" b="0" i="0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>
              <a:defRPr sz="1400" b="0" i="0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>
              <a:defRPr sz="1100" b="0" i="0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9pPr>
              <a:defRPr sz="1100" b="0" i="0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454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4579655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4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4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8093801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599"/>
            <a:ext cx="4958430" cy="8625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84439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359122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5pPr>
            <a:lvl6pPr>
              <a:defRPr sz="9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5pPr>
            <a:lvl6pPr>
              <a:defRPr sz="9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5pPr>
            <a:lvl6pPr>
              <a:defRPr sz="9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100" b="0" i="0">
                <a:latin typeface="Arial" panose="020B0604020202020204" pitchFamily="34" charset="0"/>
              </a:defRPr>
            </a:lvl5pPr>
            <a:lvl6pPr>
              <a:defRPr sz="9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1340241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6150898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8936485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705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Arial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4090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2888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1pPr>
            <a:lvl2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2pPr>
            <a:lvl3pPr>
              <a:spcAft>
                <a:spcPts val="600"/>
              </a:spcAft>
              <a:defRPr sz="1400" b="0" i="0">
                <a:latin typeface="Arial" panose="020B0604020202020204" pitchFamily="34" charset="0"/>
              </a:defRPr>
            </a:lvl3pPr>
            <a:lvl4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200" b="0" i="0">
                <a:latin typeface="Arial" panose="020B0604020202020204" pitchFamily="34" charset="0"/>
              </a:defRPr>
            </a:lvl5pPr>
            <a:lvl6pPr>
              <a:defRPr sz="1100" b="0" i="0">
                <a:latin typeface="Arial" panose="020B0604020202020204" pitchFamily="34" charset="0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875826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946366"/>
            <a:ext cx="4489017" cy="257258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09375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750423"/>
            <a:ext cx="4489017" cy="29644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4695466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920240"/>
            <a:ext cx="4489017" cy="262483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80636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802674"/>
            <a:ext cx="5098087" cy="2859966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150085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127644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325189"/>
            <a:ext cx="7200000" cy="2207620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Arial" panose="020B0604020202020204" pitchFamily="34" charset="0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729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312126"/>
            <a:ext cx="7200000" cy="223374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Palatino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rgbClr val="FFFFFF">
                    <a:alpha val="75000"/>
                  </a:srgb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rgbClr val="FFFFFF">
                  <a:alpha val="75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523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Arial" panose="020B0604020202020204" pitchFamily="34" charset="0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Arial" panose="020B0604020202020204" pitchFamily="34" charset="0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Arial" panose="020B0604020202020204" pitchFamily="34" charset="0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Arial" panose="020B0604020202020204" pitchFamily="34" charset="0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Arial" panose="020B0604020202020204" pitchFamily="34" charset="0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351779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b="0" i="0">
                <a:latin typeface="Arial" panose="020B0604020202020204" pitchFamily="34" charset="0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b="0" i="0">
                <a:latin typeface="Arial" panose="020B0604020202020204" pitchFamily="34" charset="0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b="0" i="0">
                <a:latin typeface="Arial" panose="020B0604020202020204" pitchFamily="34" charset="0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b="0" i="0">
                <a:latin typeface="Arial" panose="020B0604020202020204" pitchFamily="34" charset="0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8296355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Arial" panose="020B0604020202020204" pitchFamily="34" charset="0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834361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eam 2 + purple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573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Arial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026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604020202020204" pitchFamily="34" charset="0"/>
              </a:defRPr>
            </a:lvl2pPr>
            <a:lvl3pPr>
              <a:defRPr sz="1600" b="0" i="0">
                <a:latin typeface="Arial" panose="020B0604020202020204" pitchFamily="34" charset="0"/>
              </a:defRPr>
            </a:lvl3pPr>
            <a:lvl4pPr>
              <a:defRPr sz="1400" b="0" i="0">
                <a:latin typeface="Arial" panose="020B0604020202020204" pitchFamily="34" charset="0"/>
              </a:defRPr>
            </a:lvl4pPr>
            <a:lvl5pPr>
              <a:defRPr sz="14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Arial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127255688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604020202020204" pitchFamily="34" charset="0"/>
              </a:defRPr>
            </a:lvl2pPr>
            <a:lvl3pPr>
              <a:defRPr sz="1600" b="0" i="0">
                <a:latin typeface="Arial" panose="020B0604020202020204" pitchFamily="34" charset="0"/>
              </a:defRPr>
            </a:lvl3pPr>
            <a:lvl4pPr>
              <a:defRPr sz="1400" b="0" i="0">
                <a:latin typeface="Arial" panose="020B0604020202020204" pitchFamily="34" charset="0"/>
              </a:defRPr>
            </a:lvl4pPr>
            <a:lvl5pPr>
              <a:defRPr sz="14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Arial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346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Arial" panose="020B0604020202020204" pitchFamily="34" charset="0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Arial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6618550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: column + image, purple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rgbClr val="FFFFFF">
                    <a:alpha val="75000"/>
                  </a:srgb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rgbClr val="FFFFFF">
                  <a:alpha val="75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Arial" panose="020B0604020202020204" pitchFamily="34" charset="0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Arial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2704124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Arial" panose="020B0604020202020204" pitchFamily="34" charset="0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Arial" panose="020B0604020202020204" pitchFamily="34" charset="0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Arial" panose="020B0604020202020204" pitchFamily="34" charset="0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Arial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rgbClr val="FFFFFF">
                    <a:alpha val="75000"/>
                  </a:srgb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rgbClr val="FFFFFF">
                  <a:alpha val="75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5292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630396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Arial</a:t>
            </a:r>
            <a:r>
              <a:rPr lang="en-US"/>
              <a:t> 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21376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Arial</a:t>
            </a:r>
            <a:r>
              <a:rPr lang="en-US"/>
              <a:t> 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56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Arial" panose="020B0604020202020204" pitchFamily="34" charset="0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50825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35FC628-50A5-B1A6-05ED-725C3D17E4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461" y="472551"/>
            <a:ext cx="2285996" cy="820674"/>
          </a:xfrm>
        </p:spPr>
        <p:txBody>
          <a:bodyPr tIns="0" anchor="ctr">
            <a:spAutoFit/>
          </a:bodyPr>
          <a:lstStyle>
            <a:lvl1pPr marL="0" indent="0"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00x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280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>
            <a:extLst>
              <a:ext uri="{FF2B5EF4-FFF2-40B4-BE49-F238E27FC236}">
                <a16:creationId xmlns:a16="http://schemas.microsoft.com/office/drawing/2014/main" id="{0CDE8D91-A0EC-6264-EF38-70D7273556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461" y="397304"/>
            <a:ext cx="2285996" cy="910593"/>
          </a:xfrm>
        </p:spPr>
        <p:txBody>
          <a:bodyPr anchor="ctr">
            <a:noAutofit/>
          </a:bodyPr>
          <a:lstStyle>
            <a:lvl1pPr marL="0" indent="0"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00x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Arial" panose="020B0604020202020204" pitchFamily="34" charset="0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bg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bg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146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tx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tx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154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: purple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tx1">
                    <a:lumMod val="85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tx1">
                  <a:lumMod val="85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5608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9074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F929-4C24-95D0-6FBD-58C2C169F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17A35-2CAF-7386-178C-07DE62DEA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A60D9-F539-2424-3CA4-25D32AABF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D16CE-4AE5-450E-8464-94E859E2818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9E27F-B3A1-419E-EE96-C52ED8438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02529-1712-FF79-8600-06F87880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3B77B-0ED7-4748-811B-6CAA3864A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6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221063" y="6429853"/>
            <a:ext cx="220893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b="0" i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Arial" panose="020B0604020202020204" pitchFamily="34" charset="0"/>
              </a:rPr>
              <a:t>Copyright © 2025 Accenture. All rights reserved.</a:t>
            </a:r>
            <a:endParaRPr lang="en-US" sz="1351" b="0" i="0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033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  <p:sldLayoutId id="2147483911" r:id="rId13"/>
    <p:sldLayoutId id="2147483912" r:id="rId14"/>
    <p:sldLayoutId id="2147483913" r:id="rId15"/>
    <p:sldLayoutId id="2147483914" r:id="rId16"/>
    <p:sldLayoutId id="2147483915" r:id="rId17"/>
    <p:sldLayoutId id="2147483916" r:id="rId18"/>
    <p:sldLayoutId id="2147483917" r:id="rId19"/>
    <p:sldLayoutId id="2147483918" r:id="rId20"/>
    <p:sldLayoutId id="2147483919" r:id="rId21"/>
    <p:sldLayoutId id="2147483920" r:id="rId22"/>
    <p:sldLayoutId id="2147483921" r:id="rId23"/>
    <p:sldLayoutId id="2147483922" r:id="rId24"/>
    <p:sldLayoutId id="2147483923" r:id="rId25"/>
    <p:sldLayoutId id="2147483924" r:id="rId26"/>
    <p:sldLayoutId id="2147483925" r:id="rId27"/>
    <p:sldLayoutId id="2147483926" r:id="rId28"/>
    <p:sldLayoutId id="2147483927" r:id="rId29"/>
    <p:sldLayoutId id="2147483928" r:id="rId30"/>
    <p:sldLayoutId id="2147483929" r:id="rId31"/>
    <p:sldLayoutId id="2147483930" r:id="rId32"/>
    <p:sldLayoutId id="2147483931" r:id="rId33"/>
    <p:sldLayoutId id="2147483932" r:id="rId34"/>
    <p:sldLayoutId id="2147483933" r:id="rId35"/>
    <p:sldLayoutId id="2147483934" r:id="rId36"/>
    <p:sldLayoutId id="2147483935" r:id="rId37"/>
    <p:sldLayoutId id="2147483936" r:id="rId38"/>
    <p:sldLayoutId id="2147483937" r:id="rId39"/>
    <p:sldLayoutId id="2147483938" r:id="rId40"/>
    <p:sldLayoutId id="2147483939" r:id="rId41"/>
    <p:sldLayoutId id="2147483940" r:id="rId42"/>
    <p:sldLayoutId id="2147483941" r:id="rId43"/>
    <p:sldLayoutId id="2147483942" r:id="rId44"/>
    <p:sldLayoutId id="2147483943" r:id="rId45"/>
    <p:sldLayoutId id="2147483944" r:id="rId46"/>
    <p:sldLayoutId id="2147483945" r:id="rId47"/>
    <p:sldLayoutId id="2147483946" r:id="rId48"/>
    <p:sldLayoutId id="2147483947" r:id="rId49"/>
    <p:sldLayoutId id="2147483948" r:id="rId50"/>
    <p:sldLayoutId id="2147483949" r:id="rId51"/>
    <p:sldLayoutId id="2147483950" r:id="rId52"/>
    <p:sldLayoutId id="2147483951" r:id="rId53"/>
    <p:sldLayoutId id="2147483952" r:id="rId54"/>
    <p:sldLayoutId id="2147483953" r:id="rId55"/>
    <p:sldLayoutId id="2147483954" r:id="rId56"/>
    <p:sldLayoutId id="2147483955" r:id="rId57"/>
    <p:sldLayoutId id="2147483956" r:id="rId58"/>
  </p:sldLayoutIdLst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DDF80-7D26-FA03-BF26-9405115D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01CFDE7-7F82-3C3D-5603-4F2C9C2B9947}"/>
              </a:ext>
            </a:extLst>
          </p:cNvPr>
          <p:cNvSpPr/>
          <p:nvPr/>
        </p:nvSpPr>
        <p:spPr>
          <a:xfrm>
            <a:off x="0" y="2149813"/>
            <a:ext cx="12192000" cy="47081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Regular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003615-06B5-D9FF-BB91-DB7664A4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EB984-F1D1-BF9E-0893-0DE15F133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1588" y="2531448"/>
            <a:ext cx="10053599" cy="414465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1BDA88-2F37-A3DC-E9C4-994C8E0A45BC}"/>
              </a:ext>
            </a:extLst>
          </p:cNvPr>
          <p:cNvSpPr txBox="1"/>
          <p:nvPr/>
        </p:nvSpPr>
        <p:spPr>
          <a:xfrm>
            <a:off x="485774" y="1117875"/>
            <a:ext cx="11401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This document is an ecosystem review and classification for the Agentic Commerce State of the Nation POC. It lists contacts, contribution type, sales material type, services, technologies, industry, and vendor.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 Regular"/>
              <a:ea typeface="+mn-ea"/>
              <a:cs typeface="+mn-cs"/>
            </a:endParaRP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C600BE87-EDC3-4E06-A9FA-4CDBD93E2E7E}"/>
              </a:ext>
            </a:extLst>
          </p:cNvPr>
          <p:cNvSpPr/>
          <p:nvPr/>
        </p:nvSpPr>
        <p:spPr>
          <a:xfrm rot="10800000">
            <a:off x="4676725" y="2147400"/>
            <a:ext cx="2695575" cy="384048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B0750C-02A8-BC30-C239-C3CFAA6678D2}"/>
              </a:ext>
            </a:extLst>
          </p:cNvPr>
          <p:cNvSpPr txBox="1"/>
          <p:nvPr/>
        </p:nvSpPr>
        <p:spPr>
          <a:xfrm>
            <a:off x="4791024" y="2147399"/>
            <a:ext cx="2466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Contextual Intelligence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35045E-219D-CA6A-BA37-35247C707AE0}"/>
              </a:ext>
            </a:extLst>
          </p:cNvPr>
          <p:cNvCxnSpPr>
            <a:cxnSpLocks/>
          </p:cNvCxnSpPr>
          <p:nvPr/>
        </p:nvCxnSpPr>
        <p:spPr>
          <a:xfrm>
            <a:off x="1823935" y="2937167"/>
            <a:ext cx="0" cy="328269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150FC71-C1B3-69A3-46B7-22BAF46A1EDC}"/>
              </a:ext>
            </a:extLst>
          </p:cNvPr>
          <p:cNvSpPr txBox="1"/>
          <p:nvPr/>
        </p:nvSpPr>
        <p:spPr>
          <a:xfrm>
            <a:off x="269093" y="3127248"/>
            <a:ext cx="1682495" cy="23317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Document Type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Sales Enablers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  <a:p>
            <a:pPr lvl="0" defTabSz="228600">
              <a:spcAft>
                <a:spcPts val="1200"/>
              </a:spcAft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Persona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</a:br>
            <a:r>
              <a:rPr lang="en-US" sz="1100" dirty="0">
                <a:solidFill>
                  <a:schemeClr val="bg1"/>
                </a:solidFill>
                <a:latin typeface="Graphik" panose="020B0503030202060203" pitchFamily="34" charset="0"/>
              </a:rPr>
              <a:t>CDAO, CTO, COO</a:t>
            </a:r>
          </a:p>
          <a:p>
            <a:pPr lvl="0" defTabSz="228600">
              <a:spcAft>
                <a:spcPts val="1200"/>
              </a:spcAft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Industry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Consumer Goods &amp; Services, Retail, Travel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Market/MU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Americas, Asia Pacific, EMEA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Key Contacts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</a:br>
            <a:r>
              <a:rPr lang="en-US" sz="1100" dirty="0">
                <a:solidFill>
                  <a:srgbClr val="FFFFFF"/>
                </a:solidFill>
                <a:latin typeface="Graphik" panose="020B0503030202060203" pitchFamily="34" charset="0"/>
              </a:rPr>
              <a:t>Vik Tandon, Sam Agris</a:t>
            </a:r>
            <a:br>
              <a:rPr lang="en-US" sz="1100" dirty="0">
                <a:solidFill>
                  <a:srgbClr val="FFFFFF"/>
                </a:solidFill>
                <a:latin typeface="Graphik" panose="020B0503030202060203" pitchFamily="34" charset="0"/>
              </a:rPr>
            </a:b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717223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them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ArialBold-Arial">
      <a:majorFont>
        <a:latin typeface="Arial Bold"/>
        <a:ea typeface=""/>
        <a:cs typeface=""/>
      </a:majorFont>
      <a:minorFont>
        <a:latin typeface="Arial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ccenture theme 2025" id="{5EC595ED-7373-4E5A-8C5C-615356DB0B4A}" vid="{BB129724-5CEE-40DF-A943-7C58195DDC4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7A2D550D75BD947995C632333D530AD" ma:contentTypeVersion="16" ma:contentTypeDescription="Crie um novo documento." ma:contentTypeScope="" ma:versionID="44f7630f195cd5fe4623c43115f9f778">
  <xsd:schema xmlns:xsd="http://www.w3.org/2001/XMLSchema" xmlns:xs="http://www.w3.org/2001/XMLSchema" xmlns:p="http://schemas.microsoft.com/office/2006/metadata/properties" xmlns:ns2="9c82783a-043f-442e-839a-a2edde742a9b" xmlns:ns3="38490fd2-3874-498a-a766-2fc8121cd514" targetNamespace="http://schemas.microsoft.com/office/2006/metadata/properties" ma:root="true" ma:fieldsID="758fc7df70945e5ab80d8b231c324ae5" ns2:_="" ns3:_="">
    <xsd:import namespace="9c82783a-043f-442e-839a-a2edde742a9b"/>
    <xsd:import namespace="38490fd2-3874-498a-a766-2fc8121cd5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82783a-043f-442e-839a-a2edde742a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e3a034e9-9b93-4ffb-8ea8-7796ba805990}" ma:internalName="TaxCatchAll" ma:showField="CatchAllData" ma:web="9c82783a-043f-442e-839a-a2edde742a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490fd2-3874-498a-a766-2fc8121cd51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8490fd2-3874-498a-a766-2fc8121cd514">
      <Terms xmlns="http://schemas.microsoft.com/office/infopath/2007/PartnerControls"/>
    </lcf76f155ced4ddcb4097134ff3c332f>
    <TaxCatchAll xmlns="9c82783a-043f-442e-839a-a2edde742a9b" xsi:nil="true"/>
  </documentManagement>
</p:properties>
</file>

<file path=customXml/itemProps1.xml><?xml version="1.0" encoding="utf-8"?>
<ds:datastoreItem xmlns:ds="http://schemas.openxmlformats.org/officeDocument/2006/customXml" ds:itemID="{67ADE9B4-EBDE-45D1-AC16-B0A6C99D46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82783a-043f-442e-839a-a2edde742a9b"/>
    <ds:schemaRef ds:uri="38490fd2-3874-498a-a766-2fc8121cd5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CBD5EA-191D-4269-ACD5-80F26C7B10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FDE27C-16C4-45FF-A19B-13BD8B1086D5}">
  <ds:schemaRefs>
    <ds:schemaRef ds:uri="http://schemas.microsoft.com/office/2006/metadata/properties"/>
    <ds:schemaRef ds:uri="38490fd2-3874-498a-a766-2fc8121cd514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9c82783a-043f-442e-839a-a2edde742a9b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FY25-Arial_Accessibility</Template>
  <TotalTime>95</TotalTime>
  <Words>81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Bold</vt:lpstr>
      <vt:lpstr>Arial Regular</vt:lpstr>
      <vt:lpstr>Graphik</vt:lpstr>
      <vt:lpstr>GT Sectra Fine Rg</vt:lpstr>
      <vt:lpstr>Palatino</vt:lpstr>
      <vt:lpstr>System Font</vt:lpstr>
      <vt:lpstr>Accenture theme 2025</vt:lpstr>
      <vt:lpstr>PowerPoint Presentation</vt:lpstr>
    </vt:vector>
  </TitlesOfParts>
  <Manager>Canvas team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Pura, Jan Ahr-El Y.</dc:creator>
  <cp:keywords/>
  <dc:description>version 18, Graphik font family</dc:description>
  <cp:lastModifiedBy>Gomez Vez, Rebeca</cp:lastModifiedBy>
  <cp:revision>10</cp:revision>
  <dcterms:created xsi:type="dcterms:W3CDTF">2025-12-02T13:53:45Z</dcterms:created>
  <dcterms:modified xsi:type="dcterms:W3CDTF">2026-03-04T16:36:01Z</dcterms:modified>
  <cp:category>template deck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0x010100F7A2D550D75BD947995C632333D530AD</vt:lpwstr>
  </property>
  <property fmtid="{D5CDD505-2E9C-101B-9397-08002B2CF9AE}" pid="3" name="MediaServiceImageTags">
    <vt:lpwstr/>
  </property>
</Properties>
</file>