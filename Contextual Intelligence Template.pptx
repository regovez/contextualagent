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9" r:id="rId4"/>
  </p:sldMasterIdLst>
  <p:notesMasterIdLst>
    <p:notesMasterId r:id="rId6"/>
  </p:notesMasterIdLst>
  <p:handoutMasterIdLst>
    <p:handoutMasterId r:id="rId7"/>
  </p:handoutMasterIdLst>
  <p:sldIdLst>
    <p:sldId id="931" r:id="rId5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C191301-376F-864E-862C-8EAE238F6A4B}" name="Santini, Andréa" initials="SA" userId="S::andrea.santini@accenture.com::426b7daf-8c36-440e-b7a6-c38a65b6929f" providerId="AD"/>
  <p188:author id="{D05CA914-7DC9-60D2-8911-9AA9AEF6B948}" name="Bertorelli, Eloisa" initials="" userId="S::eloisa.bertorelli@accenture.com::80eab2e9-142e-44fc-b95d-f6911bc46a14" providerId="AD"/>
  <p188:author id="{D42CFD33-CA96-B80D-6164-A403048B4BB5}" name="Gonzalez, Clara" initials="" userId="S::clara.gonzalez@accenture.com::a94196a8-3606-4a10-9e5d-b2c315ce9acb" providerId="AD"/>
  <p188:author id="{283C7B6C-D1B7-B4D9-0F16-3E342206DE97}" name="Bernero, Bo" initials="" userId="S::bo.bernero@accenture.com::038b8381-bee1-495b-9366-6f9d3c62105f" providerId="AD"/>
  <p188:author id="{0E73D874-EBD8-68E4-2E46-117214CC62E4}" name="Robledo, Martu" initials="MR" userId="S::martin.robledo@accenture.com::11410a32-82ed-43e7-9588-dc918e484bab" providerId="AD"/>
  <p188:author id="{9DC5BE7D-D1FB-853D-A22F-DE53A4792DC5}" name="Villarreal Jiménez, Scarleth" initials="SV" userId="S::s.villarreal.jimenez@accenture.com::04f9cf1f-9ff4-43ff-8a7e-af3267bfe7da" providerId="AD"/>
  <p188:author id="{5C758582-2FC8-1A52-D5FB-B3878EDC6774}" name="Santini, Andréa; Bernero, Bo" initials="SAN" userId="Santini, Andréa; Bernero, Bo" providerId="None"/>
  <p188:author id="{75F8DC9E-226B-6C3A-0C87-181D918A683C}" name="Iudice, Luciana Inés" initials="" userId="S::luciana.ines.iudice@accenture.com::20b7ef9e-58b0-4db3-888c-a9ffac62ee13" providerId="AD"/>
  <p188:author id="{AC2D28BC-4D77-CC7A-109C-B403230212B8}" name="Walsh, Autumn" initials="WA" userId="S::autumn.walsh@accenture.com::a29a7807-03ff-4b0e-8384-a68ad42d5eb0" providerId="AD"/>
  <p188:author id="{AFC317D8-5546-59C2-C49A-3BE166EDE0E8}" name="Chan, Phoebe" initials="" userId="S::phoebe.chan@accenture.com::fcc2f6c5-7c76-487f-a6e9-3be7c83ecf8b" providerId="AD"/>
  <p188:author id="{3A29D8E7-072C-FA7B-EC56-7B47AC7CD8C7}" name="Alex-Vasey, Gregory" initials="" userId="S::gregory.vasey@accenture.com::b696857f-d849-4733-9dcf-790ccea696e3" providerId="AD"/>
  <p188:author id="{17E0CEF8-8283-8512-250C-DB1C65CC29DB}" name="Andrea Santini" initials="SAN" userId="Andrea Santin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0073"/>
    <a:srgbClr val="FFFFFF"/>
    <a:srgbClr val="450073"/>
    <a:srgbClr val="000000"/>
    <a:srgbClr val="AE29FF"/>
    <a:srgbClr val="05F2DB"/>
    <a:srgbClr val="224BFF"/>
    <a:srgbClr val="06112B"/>
    <a:srgbClr val="214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 varScale="1">
        <p:scale>
          <a:sx n="83" d="100"/>
          <a:sy n="83" d="100"/>
        </p:scale>
        <p:origin x="677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E853440-0782-1D68-D2FD-933DEA3367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4BAE373-49AC-5B9F-BD8D-665F4397E9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64787D-70D5-9549-AC5E-9D4C1BFA0564}" type="datetimeFigureOut">
              <a:rPr lang="en-US" smtClean="0">
                <a:latin typeface="Arial" panose="020B0604020202020204" pitchFamily="34" charset="0"/>
              </a:rPr>
              <a:t>2/23/2026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9D5359E-0814-051B-B036-A1568525939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82F9671-5EF1-8E9F-DD2A-21863ED219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C2F477-6371-B744-A7EB-E94ECCEEDA65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2096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7FBA1538-8606-2D42-9B67-EB3CAAF1E29B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8F681651-9904-804F-8355-78350773C1A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398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189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377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566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754" algn="l" defTabSz="914377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3069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75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038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253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8884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42698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0971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buNone/>
              <a:defRPr sz="1200" b="0" i="0">
                <a:latin typeface="Arial" panose="020B0604020202020204" pitchFamily="34" charset="0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561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604020202020204" pitchFamily="34" charset="0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604020202020204" pitchFamily="34" charset="0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1658573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442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36597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4628648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667841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418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7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i="0" kern="1200" dirty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b="0" i="0" kern="1200" dirty="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176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050" b="0" i="0">
                <a:latin typeface="Arial" panose="020B0604020202020204" pitchFamily="34" charset="0"/>
              </a:defRPr>
            </a:lvl4pPr>
            <a:lvl5pPr>
              <a:defRPr sz="105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  <a:lvl7pPr>
              <a:defRPr sz="1100" b="0" i="0">
                <a:latin typeface="Arial" panose="020B0604020202020204" pitchFamily="34" charset="0"/>
              </a:defRPr>
            </a:lvl7pPr>
            <a:lvl9pPr>
              <a:defRPr sz="1100" b="0" i="0"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3781402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 sz="1050" b="0" i="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>
              <a:defRPr sz="1100" b="0" i="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9pPr>
              <a:defRPr sz="1100" b="0" i="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733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1250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604020202020204" pitchFamily="34" charset="0"/>
              </a:defRPr>
            </a:lvl1pPr>
            <a:lvl2pPr>
              <a:defRPr sz="1400" b="0" i="0">
                <a:latin typeface="Arial" panose="020B0604020202020204" pitchFamily="34" charset="0"/>
              </a:defRPr>
            </a:lvl2pPr>
            <a:lvl3pPr>
              <a:defRPr sz="1400" b="0" i="0">
                <a:latin typeface="Arial" panose="020B0604020202020204" pitchFamily="34" charset="0"/>
              </a:defRPr>
            </a:lvl3pPr>
            <a:lvl4pPr>
              <a:defRPr sz="1050" b="0" i="0">
                <a:latin typeface="Arial" panose="020B0604020202020204" pitchFamily="34" charset="0"/>
              </a:defRPr>
            </a:lvl4pPr>
            <a:lvl5pPr>
              <a:defRPr sz="105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  <a:lvl7pPr>
              <a:defRPr sz="1100" b="0" i="0">
                <a:latin typeface="Arial" panose="020B0604020202020204" pitchFamily="34" charset="0"/>
              </a:defRPr>
            </a:lvl7pPr>
            <a:lvl9pPr>
              <a:defRPr sz="1100" b="0" i="0"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332760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 userDrawn="1">
          <p15:clr>
            <a:srgbClr val="547EBF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604020202020204" pitchFamily="34" charset="0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604020202020204" pitchFamily="34" charset="0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9082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 userDrawn="1">
          <p15:clr>
            <a:srgbClr val="547EBF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4741077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4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22142615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599"/>
            <a:ext cx="4958430" cy="8625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1682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646546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100" b="0" i="0">
                <a:latin typeface="Arial" panose="020B0604020202020204" pitchFamily="34" charset="0"/>
              </a:defRPr>
            </a:lvl5pPr>
            <a:lvl6pPr>
              <a:defRPr sz="9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179670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6150898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2860541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477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Arial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6040202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879428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 userDrawn="1">
          <p15:clr>
            <a:srgbClr val="C35EA4"/>
          </p15:clr>
        </p15:guide>
        <p15:guide id="2" orient="horz" pos="699" userDrawn="1">
          <p15:clr>
            <a:srgbClr val="547EBF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92396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1pPr>
            <a:lvl2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2pPr>
            <a:lvl3pPr>
              <a:spcAft>
                <a:spcPts val="600"/>
              </a:spcAft>
              <a:defRPr sz="1400" b="0" i="0">
                <a:latin typeface="Arial" panose="020B0604020202020204" pitchFamily="34" charset="0"/>
              </a:defRPr>
            </a:lvl3pPr>
            <a:lvl4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200" b="0" i="0">
                <a:latin typeface="Arial" panose="020B0604020202020204" pitchFamily="34" charset="0"/>
              </a:defRPr>
            </a:lvl5pPr>
            <a:lvl6pPr>
              <a:defRPr sz="1100" b="0" i="0">
                <a:latin typeface="Arial" panose="020B0604020202020204" pitchFamily="34" charset="0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81824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946366"/>
            <a:ext cx="4489017" cy="257258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256795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750423"/>
            <a:ext cx="4489017" cy="2964468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666535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920240"/>
            <a:ext cx="4489017" cy="262483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575130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802674"/>
            <a:ext cx="5098087" cy="2859966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0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59972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473895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325189"/>
            <a:ext cx="7200000" cy="2207620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Arial" panose="020B0604020202020204" pitchFamily="34" charset="0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6501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C35EA4"/>
          </p15:clr>
        </p15:guide>
        <p15:guide id="2" pos="2880" userDrawn="1">
          <p15:clr>
            <a:srgbClr val="C35EA4"/>
          </p15:clr>
        </p15:guide>
        <p15:guide id="3" orient="horz" pos="2707" userDrawn="1">
          <p15:clr>
            <a:srgbClr val="C35EA4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312126"/>
            <a:ext cx="7200000" cy="223374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Palatino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12850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b="0" i="0">
                <a:latin typeface="Arial" panose="020B0604020202020204" pitchFamily="34" charset="0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2209298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Arial" panose="020B0604020202020204" pitchFamily="34" charset="0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070580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986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Arial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7831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 userDrawn="1">
          <p15:clr>
            <a:srgbClr val="C35EA4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Arial" panose="020B0604020202020204" pitchFamily="34" charset="0"/>
              </a:defRPr>
            </a:lvl1pPr>
            <a:lvl2pPr>
              <a:defRPr sz="1600" b="0" i="0">
                <a:latin typeface="Arial" panose="020B0604020202020204" pitchFamily="34" charset="0"/>
              </a:defRPr>
            </a:lvl2pPr>
            <a:lvl3pPr>
              <a:defRPr sz="1600" b="0" i="0">
                <a:latin typeface="Arial" panose="020B0604020202020204" pitchFamily="34" charset="0"/>
              </a:defRPr>
            </a:lvl3pPr>
            <a:lvl4pPr>
              <a:defRPr sz="1400" b="0" i="0">
                <a:latin typeface="Arial" panose="020B0604020202020204" pitchFamily="34" charset="0"/>
              </a:defRPr>
            </a:lvl4pPr>
            <a:lvl5pPr>
              <a:defRPr sz="14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069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Arial" panose="020B0604020202020204" pitchFamily="34" charset="0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460499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Arial" panose="020B0604020202020204" pitchFamily="34" charset="0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</p:spTree>
    <p:extLst>
      <p:ext uri="{BB962C8B-B14F-4D97-AF65-F5344CB8AC3E}">
        <p14:creationId xmlns:p14="http://schemas.microsoft.com/office/powerpoint/2010/main" val="2001496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309360"/>
            <a:ext cx="1219200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Arial" panose="020B0604020202020204" pitchFamily="34" charset="0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Arial" panose="020B0604020202020204" pitchFamily="34" charset="0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Arial" panose="020B0604020202020204" pitchFamily="34" charset="0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Arial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rgbClr val="FFFFFF">
                    <a:alpha val="75000"/>
                  </a:srgb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rgbClr val="FFFFFF">
                  <a:alpha val="75000"/>
                </a:srgb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8747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30376277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Arial</a:t>
            </a:r>
            <a:r>
              <a:rPr lang="en-US"/>
              <a:t> 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05579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Arial</a:t>
            </a:r>
            <a:r>
              <a:rPr lang="en-US"/>
              <a:t> 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56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604020202020204" pitchFamily="34" charset="0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rgbClr val="4600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586982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5FC628-50A5-B1A6-05ED-725C3D17E4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5461" y="472551"/>
            <a:ext cx="2285996" cy="820674"/>
          </a:xfrm>
        </p:spPr>
        <p:txBody>
          <a:bodyPr tIns="0" anchor="ctr">
            <a:spAutoFit/>
          </a:bodyPr>
          <a:lstStyle>
            <a:lvl1pPr marL="0" indent="0"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00x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1900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5">
            <a:extLst>
              <a:ext uri="{FF2B5EF4-FFF2-40B4-BE49-F238E27FC236}">
                <a16:creationId xmlns:a16="http://schemas.microsoft.com/office/drawing/2014/main" id="{0CDE8D91-A0EC-6264-EF38-70D727355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5461" y="397304"/>
            <a:ext cx="2285996" cy="910593"/>
          </a:xfrm>
        </p:spPr>
        <p:txBody>
          <a:bodyPr anchor="ctr">
            <a:noAutofit/>
          </a:bodyPr>
          <a:lstStyle>
            <a:lvl1pPr marL="0" indent="0"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00x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604020202020204" pitchFamily="34" charset="0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bg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91471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rgbClr val="46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tx1">
                  <a:lumMod val="85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8193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C35EA4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6526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221063" y="6429853"/>
            <a:ext cx="220893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 b="0" i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Arial" panose="020B0604020202020204" pitchFamily="34" charset="0"/>
              </a:rPr>
              <a:t>Copyright © 2025 Accenture. All rights reserved.</a:t>
            </a:r>
            <a:endParaRPr lang="en-US" sz="1351" b="0" i="0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110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890" r:id="rId2"/>
    <p:sldLayoutId id="2147483893" r:id="rId3"/>
    <p:sldLayoutId id="2147483772" r:id="rId4"/>
    <p:sldLayoutId id="2147483897" r:id="rId5"/>
    <p:sldLayoutId id="2147483777" r:id="rId6"/>
    <p:sldLayoutId id="2147483799" r:id="rId7"/>
    <p:sldLayoutId id="2147483871" r:id="rId8"/>
    <p:sldLayoutId id="2147483872" r:id="rId9"/>
    <p:sldLayoutId id="2147483761" r:id="rId10"/>
    <p:sldLayoutId id="2147483760" r:id="rId11"/>
    <p:sldLayoutId id="2147483882" r:id="rId12"/>
    <p:sldLayoutId id="2147483849" r:id="rId13"/>
    <p:sldLayoutId id="2147483867" r:id="rId14"/>
    <p:sldLayoutId id="2147483879" r:id="rId15"/>
    <p:sldLayoutId id="2147483878" r:id="rId16"/>
    <p:sldLayoutId id="2147483649" r:id="rId17"/>
    <p:sldLayoutId id="2147483778" r:id="rId18"/>
    <p:sldLayoutId id="2147483864" r:id="rId19"/>
    <p:sldLayoutId id="2147483779" r:id="rId20"/>
    <p:sldLayoutId id="2147483865" r:id="rId21"/>
    <p:sldLayoutId id="2147483837" r:id="rId22"/>
    <p:sldLayoutId id="2147483781" r:id="rId23"/>
    <p:sldLayoutId id="2147483782" r:id="rId24"/>
    <p:sldLayoutId id="2147483783" r:id="rId25"/>
    <p:sldLayoutId id="2147483784" r:id="rId26"/>
    <p:sldLayoutId id="2147483876" r:id="rId27"/>
    <p:sldLayoutId id="2147483880" r:id="rId28"/>
    <p:sldLayoutId id="2147483873" r:id="rId29"/>
    <p:sldLayoutId id="2147483868" r:id="rId30"/>
    <p:sldLayoutId id="2147483869" r:id="rId31"/>
    <p:sldLayoutId id="2147483883" r:id="rId32"/>
    <p:sldLayoutId id="2147483861" r:id="rId33"/>
    <p:sldLayoutId id="2147483851" r:id="rId34"/>
    <p:sldLayoutId id="2147483792" r:id="rId35"/>
    <p:sldLayoutId id="2147483793" r:id="rId36"/>
    <p:sldLayoutId id="2147483875" r:id="rId37"/>
    <p:sldLayoutId id="2147483845" r:id="rId38"/>
    <p:sldLayoutId id="2147483857" r:id="rId39"/>
    <p:sldLayoutId id="2147483786" r:id="rId40"/>
    <p:sldLayoutId id="2147483787" r:id="rId41"/>
    <p:sldLayoutId id="2147483788" r:id="rId42"/>
    <p:sldLayoutId id="2147483858" r:id="rId43"/>
    <p:sldLayoutId id="2147483866" r:id="rId44"/>
    <p:sldLayoutId id="2147483790" r:id="rId45"/>
    <p:sldLayoutId id="2147483791" r:id="rId46"/>
    <p:sldLayoutId id="2147483863" r:id="rId47"/>
    <p:sldLayoutId id="2147483877" r:id="rId48"/>
    <p:sldLayoutId id="2147483795" r:id="rId49"/>
    <p:sldLayoutId id="2147483862" r:id="rId50"/>
    <p:sldLayoutId id="2147483794" r:id="rId51"/>
    <p:sldLayoutId id="2147483860" r:id="rId52"/>
    <p:sldLayoutId id="2147483833" r:id="rId53"/>
    <p:sldLayoutId id="2147483870" r:id="rId54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5ACBF0"/>
          </p15:clr>
        </p15:guide>
        <p15:guide id="8" pos="347" userDrawn="1">
          <p15:clr>
            <a:srgbClr val="9FCC3B"/>
          </p15:clr>
        </p15:guide>
        <p15:guide id="9" pos="733" userDrawn="1">
          <p15:clr>
            <a:srgbClr val="C35EA4"/>
          </p15:clr>
        </p15:guide>
        <p15:guide id="10" pos="7514" userDrawn="1">
          <p15:clr>
            <a:srgbClr val="5ACBF0"/>
          </p15:clr>
        </p15:guide>
        <p15:guide id="11" pos="166" userDrawn="1">
          <p15:clr>
            <a:srgbClr val="5ACBF0"/>
          </p15:clr>
        </p15:guide>
        <p15:guide id="12" orient="horz" pos="4156" userDrawn="1">
          <p15:clr>
            <a:srgbClr val="5ACBF0"/>
          </p15:clr>
        </p15:guide>
        <p15:guide id="13" pos="7333" userDrawn="1">
          <p15:clr>
            <a:srgbClr val="9FCC3B"/>
          </p15:clr>
        </p15:guide>
        <p15:guide id="14" orient="horz" pos="346" userDrawn="1">
          <p15:clr>
            <a:srgbClr val="9FCC3B"/>
          </p15:clr>
        </p15:guide>
        <p15:guide id="15" orient="horz" pos="3974" userDrawn="1">
          <p15:clr>
            <a:srgbClr val="9FCC3B"/>
          </p15:clr>
        </p15:guide>
        <p15:guide id="16" orient="horz" pos="845" userDrawn="1">
          <p15:clr>
            <a:srgbClr val="A4A3A4"/>
          </p15:clr>
        </p15:guide>
        <p15:guide id="17" orient="horz" pos="3861" userDrawn="1">
          <p15:clr>
            <a:srgbClr val="A4A3A4"/>
          </p15:clr>
        </p15:guide>
        <p15:guide id="18" pos="6924" userDrawn="1">
          <p15:clr>
            <a:srgbClr val="C35EA4"/>
          </p15:clr>
        </p15:guide>
        <p15:guide id="19" orient="horz" pos="1162" userDrawn="1">
          <p15:clr>
            <a:srgbClr val="FDE53C"/>
          </p15:clr>
        </p15:guide>
        <p15:guide id="20" pos="7015" userDrawn="1">
          <p15:clr>
            <a:srgbClr val="F26B43"/>
          </p15:clr>
        </p15:guide>
        <p15:guide id="21" pos="6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BEFB0FE-D8D6-61C0-9C6D-29C4798D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1A7B5D9-462F-DBC5-CEED-1413FF2F9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03009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ArialBold-Arial">
      <a:majorFont>
        <a:latin typeface="Arial Bold"/>
        <a:ea typeface=""/>
        <a:cs typeface=""/>
      </a:majorFont>
      <a:minorFont>
        <a:latin typeface="Arial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Arial_v22_Accessibility" id="{33788C37-3639-4140-8F0B-137AF9F415CF}" vid="{FB67132C-5BE2-C84B-880F-CAB797760289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7A2D550D75BD947995C632333D530AD" ma:contentTypeVersion="16" ma:contentTypeDescription="Crie um novo documento." ma:contentTypeScope="" ma:versionID="44f7630f195cd5fe4623c43115f9f778">
  <xsd:schema xmlns:xsd="http://www.w3.org/2001/XMLSchema" xmlns:xs="http://www.w3.org/2001/XMLSchema" xmlns:p="http://schemas.microsoft.com/office/2006/metadata/properties" xmlns:ns2="9c82783a-043f-442e-839a-a2edde742a9b" xmlns:ns3="38490fd2-3874-498a-a766-2fc8121cd514" targetNamespace="http://schemas.microsoft.com/office/2006/metadata/properties" ma:root="true" ma:fieldsID="758fc7df70945e5ab80d8b231c324ae5" ns2:_="" ns3:_="">
    <xsd:import namespace="9c82783a-043f-442e-839a-a2edde742a9b"/>
    <xsd:import namespace="38490fd2-3874-498a-a766-2fc8121cd514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82783a-043f-442e-839a-a2edde742a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e3a034e9-9b93-4ffb-8ea8-7796ba805990}" ma:internalName="TaxCatchAll" ma:showField="CatchAllData" ma:web="9c82783a-043f-442e-839a-a2edde742a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490fd2-3874-498a-a766-2fc8121cd514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6d165d17-9b79-46c3-82b9-c927e733c42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8490fd2-3874-498a-a766-2fc8121cd514">
      <Terms xmlns="http://schemas.microsoft.com/office/infopath/2007/PartnerControls"/>
    </lcf76f155ced4ddcb4097134ff3c332f>
    <TaxCatchAll xmlns="9c82783a-043f-442e-839a-a2edde742a9b" xsi:nil="true"/>
  </documentManagement>
</p:properties>
</file>

<file path=customXml/itemProps1.xml><?xml version="1.0" encoding="utf-8"?>
<ds:datastoreItem xmlns:ds="http://schemas.openxmlformats.org/officeDocument/2006/customXml" ds:itemID="{67ADE9B4-EBDE-45D1-AC16-B0A6C99D46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c82783a-043f-442e-839a-a2edde742a9b"/>
    <ds:schemaRef ds:uri="38490fd2-3874-498a-a766-2fc8121cd5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9CBD5EA-191D-4269-ACD5-80F26C7B100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FDE27C-16C4-45FF-A19B-13BD8B1086D5}">
  <ds:schemaRefs>
    <ds:schemaRef ds:uri="http://schemas.microsoft.com/office/2006/metadata/properties"/>
    <ds:schemaRef ds:uri="38490fd2-3874-498a-a766-2fc8121cd514"/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purl.org/dc/elements/1.1/"/>
    <ds:schemaRef ds:uri="http://purl.org/dc/dcmitype/"/>
    <ds:schemaRef ds:uri="http://schemas.openxmlformats.org/package/2006/metadata/core-properties"/>
    <ds:schemaRef ds:uri="9c82783a-043f-442e-839a-a2edde742a9b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FY25-Arial_Accessibility</Template>
  <TotalTime>59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Arial Bold</vt:lpstr>
      <vt:lpstr>Arial Regular</vt:lpstr>
      <vt:lpstr>Graphik</vt:lpstr>
      <vt:lpstr>GT Sectra Fine Rg</vt:lpstr>
      <vt:lpstr>Palatino</vt:lpstr>
      <vt:lpstr>System Font</vt:lpstr>
      <vt:lpstr>Accenture 2025</vt:lpstr>
      <vt:lpstr>PowerPoint Presentation</vt:lpstr>
    </vt:vector>
  </TitlesOfParts>
  <Manager>Canvas team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Pura, Jan Ahr-El Y.</dc:creator>
  <cp:keywords/>
  <dc:description>version 18, Graphik font family</dc:description>
  <cp:lastModifiedBy>Gomez Vez, Rebeca</cp:lastModifiedBy>
  <cp:revision>8</cp:revision>
  <dcterms:created xsi:type="dcterms:W3CDTF">2025-12-02T13:53:45Z</dcterms:created>
  <dcterms:modified xsi:type="dcterms:W3CDTF">2026-02-23T16:56:46Z</dcterms:modified>
  <cp:category>template deck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0x010100F7A2D550D75BD947995C632333D530AD</vt:lpwstr>
  </property>
  <property fmtid="{D5CDD505-2E9C-101B-9397-08002B2CF9AE}" pid="3" name="MediaServiceImageTags">
    <vt:lpwstr/>
  </property>
</Properties>
</file>