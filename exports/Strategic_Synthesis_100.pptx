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6.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4"/>
  </p:sldMasterIdLst>
  <p:notesMasterIdLst>
    <p:notesMasterId r:id="rId6"/>
  </p:notesMasterIdLst>
  <p:handoutMasterIdLst>
    <p:handoutMasterId r:id="rId7"/>
  </p:handoutMasterIdLst>
  <p:sldIdLst>
    <p:sldId id="931" r:id="rId5"/>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191301-376F-864E-862C-8EAE238F6A4B}" name="Santini, Andréa" initials="SA" userId="S::andrea.santini@accenture.com::426b7daf-8c36-440e-b7a6-c38a65b6929f" providerId="AD"/>
  <p188:author id="{D05CA914-7DC9-60D2-8911-9AA9AEF6B948}" name="Bertorelli, Eloisa" initials="" userId="S::eloisa.bertorelli@accenture.com::80eab2e9-142e-44fc-b95d-f6911bc46a14" providerId="AD"/>
  <p188:author id="{D42CFD33-CA96-B80D-6164-A403048B4BB5}" name="Gonzalez, Clara" initials="" userId="S::clara.gonzalez@accenture.com::a94196a8-3606-4a10-9e5d-b2c315ce9acb" providerId="AD"/>
  <p188:author id="{283C7B6C-D1B7-B4D9-0F16-3E342206DE97}" name="Bernero, Bo" initials="" userId="S::bo.bernero@accenture.com::038b8381-bee1-495b-9366-6f9d3c62105f" providerId="AD"/>
  <p188:author id="{0E73D874-EBD8-68E4-2E46-117214CC62E4}" name="Robledo, Martu" initials="MR" userId="S::martin.robledo@accenture.com::11410a32-82ed-43e7-9588-dc918e484bab" providerId="AD"/>
  <p188:author id="{9DC5BE7D-D1FB-853D-A22F-DE53A4792DC5}" name="Villarreal Jiménez, Scarleth" initials="SV" userId="S::s.villarreal.jimenez@accenture.com::04f9cf1f-9ff4-43ff-8a7e-af3267bfe7da" providerId="AD"/>
  <p188:author id="{5C758582-2FC8-1A52-D5FB-B3878EDC6774}" name="Santini, Andréa; Bernero, Bo" initials="SAN" userId="Santini, Andréa; Bernero, Bo" providerId="None"/>
  <p188:author id="{75F8DC9E-226B-6C3A-0C87-181D918A683C}" name="Iudice, Luciana Inés" initials="" userId="S::luciana.ines.iudice@accenture.com::20b7ef9e-58b0-4db3-888c-a9ffac62ee13" providerId="AD"/>
  <p188:author id="{AC2D28BC-4D77-CC7A-109C-B403230212B8}" name="Walsh, Autumn" initials="WA" userId="S::autumn.walsh@accenture.com::a29a7807-03ff-4b0e-8384-a68ad42d5eb0" providerId="AD"/>
  <p188:author id="{AFC317D8-5546-59C2-C49A-3BE166EDE0E8}" name="Chan, Phoebe" initials="" userId="S::phoebe.chan@accenture.com::fcc2f6c5-7c76-487f-a6e9-3be7c83ecf8b" providerId="AD"/>
  <p188:author id="{3A29D8E7-072C-FA7B-EC56-7B47AC7CD8C7}" name="Alex-Vasey, Gregory" initials="" userId="S::gregory.vasey@accenture.com::b696857f-d849-4733-9dcf-790ccea696e3" providerId="AD"/>
  <p188:author id="{17E0CEF8-8283-8512-250C-DB1C65CC29DB}" name="Andrea Santini" initials="SAN" userId="Andrea Santini"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0073"/>
    <a:srgbClr val="FFFFFF"/>
    <a:srgbClr val="450073"/>
    <a:srgbClr val="000000"/>
    <a:srgbClr val="AE29FF"/>
    <a:srgbClr val="05F2DB"/>
    <a:srgbClr val="224BFF"/>
    <a:srgbClr val="06112B"/>
    <a:srgbClr val="214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p:normalViewPr>
  <p:slideViewPr>
    <p:cSldViewPr snapToGrid="0">
      <p:cViewPr varScale="1">
        <p:scale>
          <a:sx n="83" d="100"/>
          <a:sy n="83" d="100"/>
        </p:scale>
        <p:origin x="677" y="26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E853440-0782-1D68-D2FD-933DEA3367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Marcador de fecha 2">
            <a:extLst>
              <a:ext uri="{FF2B5EF4-FFF2-40B4-BE49-F238E27FC236}">
                <a16:creationId xmlns:a16="http://schemas.microsoft.com/office/drawing/2014/main" id="{84BAE373-49AC-5B9F-BD8D-665F4397E9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4787D-70D5-9549-AC5E-9D4C1BFA0564}" type="datetimeFigureOut">
              <a:rPr lang="en-US" smtClean="0">
                <a:latin typeface="Arial" panose="020B0604020202020204" pitchFamily="34" charset="0"/>
              </a:rPr>
              <a:t>2/23/2026</a:t>
            </a:fld>
            <a:endParaRPr lang="en-US">
              <a:latin typeface="Arial" panose="020B0604020202020204" pitchFamily="34" charset="0"/>
            </a:endParaRPr>
          </a:p>
        </p:txBody>
      </p:sp>
      <p:sp>
        <p:nvSpPr>
          <p:cNvPr id="4" name="Marcador de pie de página 3">
            <a:extLst>
              <a:ext uri="{FF2B5EF4-FFF2-40B4-BE49-F238E27FC236}">
                <a16:creationId xmlns:a16="http://schemas.microsoft.com/office/drawing/2014/main" id="{69D5359E-0814-051B-B036-A156852593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F82F9671-5EF1-8E9F-DD2A-21863ED219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C2F477-6371-B744-A7EB-E94ECCEEDA6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39209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BA1538-8606-2D42-9B67-EB3CAAF1E29B}" type="datetimeFigureOut">
              <a:rPr lang="en-US" smtClean="0"/>
              <a:pPr/>
              <a:t>2/23/2026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F681651-9904-804F-8355-78350773C1A7}" type="slidenum">
              <a:rPr lang="en-US" smtClean="0"/>
              <a:pPr/>
              <a:t>‹#›</a:t>
            </a:fld>
            <a:endParaRPr lang="en-US"/>
          </a:p>
        </p:txBody>
      </p:sp>
    </p:spTree>
    <p:extLst>
      <p:ext uri="{BB962C8B-B14F-4D97-AF65-F5344CB8AC3E}">
        <p14:creationId xmlns:p14="http://schemas.microsoft.com/office/powerpoint/2010/main" val="1193398416"/>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emf"/><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2209306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1846752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US"/>
              <a:t>Click to edit Master title style</a:t>
            </a:r>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39950388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Arial" panose="020B0604020202020204" pitchFamily="34" charset="0"/>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20426253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Arial" panose="020B0604020202020204" pitchFamily="34" charset="0"/>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30508884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4269830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9719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US"/>
              <a:t>Click icon to add picture</a:t>
            </a:r>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solidFill>
                  <a:schemeClr val="tx2"/>
                </a:solidFill>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56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65857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62442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836597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Tree>
    <p:extLst>
      <p:ext uri="{BB962C8B-B14F-4D97-AF65-F5344CB8AC3E}">
        <p14:creationId xmlns:p14="http://schemas.microsoft.com/office/powerpoint/2010/main" val="3462864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Tree>
    <p:extLst>
      <p:ext uri="{BB962C8B-B14F-4D97-AF65-F5344CB8AC3E}">
        <p14:creationId xmlns:p14="http://schemas.microsoft.com/office/powerpoint/2010/main" val="2766784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9941811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Arial" panose="020B0604020202020204" pitchFamily="34" charset="0"/>
            </a:endParaRPr>
          </a:p>
        </p:txBody>
      </p:sp>
    </p:spTree>
    <p:extLst>
      <p:ext uri="{BB962C8B-B14F-4D97-AF65-F5344CB8AC3E}">
        <p14:creationId xmlns:p14="http://schemas.microsoft.com/office/powerpoint/2010/main" val="354807474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Tree>
    <p:extLst>
      <p:ext uri="{BB962C8B-B14F-4D97-AF65-F5344CB8AC3E}">
        <p14:creationId xmlns:p14="http://schemas.microsoft.com/office/powerpoint/2010/main" val="145317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378140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US"/>
              <a:t>Click to edit Master title style</a:t>
            </a: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Arial" panose="020B0604020202020204" pitchFamily="34" charset="0"/>
              </a:defRPr>
            </a:lvl1pPr>
            <a:lvl2pPr>
              <a:defRPr sz="1400" b="0" i="0">
                <a:solidFill>
                  <a:schemeClr val="tx1"/>
                </a:solidFill>
                <a:latin typeface="Arial" panose="020B0604020202020204" pitchFamily="34" charset="0"/>
              </a:defRPr>
            </a:lvl2pPr>
            <a:lvl3pPr>
              <a:defRPr sz="1400" b="0" i="0">
                <a:solidFill>
                  <a:schemeClr val="tx1"/>
                </a:solidFill>
                <a:latin typeface="Arial" panose="020B0604020202020204" pitchFamily="34" charset="0"/>
              </a:defRPr>
            </a:lvl3pPr>
            <a:lvl4pPr>
              <a:defRPr sz="1050" b="0" i="0">
                <a:solidFill>
                  <a:schemeClr val="tx1"/>
                </a:solidFill>
                <a:latin typeface="Arial" panose="020B0604020202020204" pitchFamily="34" charset="0"/>
              </a:defRPr>
            </a:lvl4pPr>
            <a:lvl5pPr>
              <a:defRPr sz="1050" b="0" i="0">
                <a:solidFill>
                  <a:schemeClr val="tx1"/>
                </a:solidFill>
                <a:latin typeface="Arial" panose="020B0604020202020204" pitchFamily="34" charset="0"/>
              </a:defRPr>
            </a:lvl5pPr>
            <a:lvl6pPr>
              <a:defRPr sz="1400" b="0" i="0">
                <a:solidFill>
                  <a:schemeClr val="tx1"/>
                </a:solidFill>
                <a:latin typeface="Arial" panose="020B0604020202020204" pitchFamily="34" charset="0"/>
              </a:defRPr>
            </a:lvl6pPr>
            <a:lvl7pPr>
              <a:defRPr sz="1100" b="0" i="0">
                <a:solidFill>
                  <a:schemeClr val="tx1"/>
                </a:solidFill>
                <a:latin typeface="Arial" panose="020B0604020202020204" pitchFamily="34" charset="0"/>
              </a:defRPr>
            </a:lvl7pPr>
            <a:lvl9pPr>
              <a:defRPr sz="1100" b="0" i="0">
                <a:solidFill>
                  <a:schemeClr val="tx1"/>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832733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51250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327608351"/>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402908245"/>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47410774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21426150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599"/>
            <a:ext cx="4958430" cy="862521"/>
          </a:xfrm>
        </p:spPr>
        <p:txBody>
          <a:bodyPr/>
          <a:lstStyle/>
          <a:p>
            <a:r>
              <a:rPr lang="en-US"/>
              <a:t>Click to edit Master title style</a:t>
            </a:r>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81682914"/>
      </p:ext>
    </p:extLst>
  </p:cSld>
  <p:clrMapOvr>
    <a:masterClrMapping/>
  </p:clrMapOvr>
  <p:extLst>
    <p:ext uri="{DCECCB84-F9BA-43D5-87BE-67443E8EF086}">
      <p15:sldGuideLst xmlns:p15="http://schemas.microsoft.com/office/powerpoint/2012/main">
        <p15:guide id="1" orient="horz" pos="2781" userDrawn="1">
          <p15:clr>
            <a:srgbClr val="C35EA4"/>
          </p15:clr>
        </p15:guide>
        <p15:guide id="2" orient="horz" pos="699" userDrawn="1">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1646546609"/>
      </p:ext>
    </p:extLst>
  </p:cSld>
  <p:clrMapOvr>
    <a:masterClrMapping/>
  </p:clrMapOvr>
  <p:extLst>
    <p:ext uri="{DCECCB84-F9BA-43D5-87BE-67443E8EF086}">
      <p15:sldGuideLst xmlns:p15="http://schemas.microsoft.com/office/powerpoint/2012/main">
        <p15:guide id="1" orient="horz" pos="2777" userDrawn="1">
          <p15:clr>
            <a:srgbClr val="C35EA4"/>
          </p15:clr>
        </p15:guide>
        <p15:guide id="2" orient="horz" pos="699" userDrawn="1">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179670474"/>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US"/>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6150898"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286054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892477570"/>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US"/>
              <a:t>Click to edit Master title style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Arial" panose="020B0604020202020204" pitchFamily="34" charset="0"/>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Arial</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687942863"/>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392396099"/>
      </p:ext>
    </p:extLst>
  </p:cSld>
  <p:clrMapOvr>
    <a:masterClrMapping/>
  </p:clrMapOvr>
  <p:extLst>
    <p:ext uri="{DCECCB84-F9BA-43D5-87BE-67443E8EF086}">
      <p15:sldGuideLst xmlns:p15="http://schemas.microsoft.com/office/powerpoint/2012/main">
        <p15:guide id="1" orient="horz" pos="324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8182495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1946366"/>
            <a:ext cx="4489017" cy="2572582"/>
          </a:xfrm>
          <a:prstGeom prst="rect">
            <a:avLst/>
          </a:prstGeom>
        </p:spPr>
        <p:txBody>
          <a:bodyPr anchor="ctr"/>
          <a:lstStyle>
            <a:lvl1pPr>
              <a:lnSpc>
                <a:spcPct val="100000"/>
              </a:lnSpc>
              <a:defRPr lang="en-US" sz="3200" b="0" i="0" kern="1200">
                <a:solidFill>
                  <a:schemeClr val="tx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Tree>
    <p:extLst>
      <p:ext uri="{BB962C8B-B14F-4D97-AF65-F5344CB8AC3E}">
        <p14:creationId xmlns:p14="http://schemas.microsoft.com/office/powerpoint/2010/main" val="292567954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750423"/>
            <a:ext cx="4489017" cy="2964468"/>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66665357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920240"/>
            <a:ext cx="4489017" cy="2624834"/>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15751301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1802674"/>
            <a:ext cx="5098087" cy="2859966"/>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Tree>
    <p:extLst>
      <p:ext uri="{BB962C8B-B14F-4D97-AF65-F5344CB8AC3E}">
        <p14:creationId xmlns:p14="http://schemas.microsoft.com/office/powerpoint/2010/main" val="74203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02599723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54E44863-5E53-DDCD-5FA5-173816802E74}"/>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54738953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2325189"/>
            <a:ext cx="7200000" cy="2207620"/>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Palatino" pitchFamily="2" charset="77"/>
                <a:ea typeface="+mj-ea"/>
                <a:cs typeface="+mj-cs"/>
              </a:defRPr>
            </a:lvl1pPr>
          </a:lstStyle>
          <a:p>
            <a:r>
              <a:rPr lang="en-US"/>
              <a:t>Click to edit key message style</a:t>
            </a:r>
          </a:p>
        </p:txBody>
      </p:sp>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Arial" panose="020B0604020202020204" pitchFamily="34" charset="0"/>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Arial" panose="020B0604020202020204" pitchFamily="34" charset="0"/>
                <a:ea typeface="+mn-ea"/>
                <a:cs typeface="+mn-cs"/>
              </a:rPr>
              <a:pPr marL="0" algn="r" defTabSz="914377" rtl="0" eaLnBrk="1" latinLnBrk="0" hangingPunct="1">
                <a:spcAft>
                  <a:spcPts val="1200"/>
                </a:spcAft>
                <a:defRPr/>
              </a:pPr>
              <a:t>‹#›</a:t>
            </a:fld>
            <a:endParaRPr lang="en-US" sz="800" b="0" i="0" kern="1200">
              <a:solidFill>
                <a:schemeClr val="bg1"/>
              </a:solidFill>
              <a:latin typeface="Arial" panose="020B0604020202020204" pitchFamily="34" charset="0"/>
              <a:ea typeface="+mn-ea"/>
              <a:cs typeface="+mn-cs"/>
            </a:endParaRPr>
          </a:p>
        </p:txBody>
      </p:sp>
    </p:spTree>
    <p:extLst>
      <p:ext uri="{BB962C8B-B14F-4D97-AF65-F5344CB8AC3E}">
        <p14:creationId xmlns:p14="http://schemas.microsoft.com/office/powerpoint/2010/main" val="30065014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guide id="2" pos="2880" userDrawn="1">
          <p15:clr>
            <a:srgbClr val="C35EA4"/>
          </p15:clr>
        </p15:guide>
        <p15:guide id="3" orient="horz" pos="2707" userDrawn="1">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312126"/>
            <a:ext cx="7200000" cy="2233746"/>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Palatino"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4612850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2209298965"/>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US"/>
              <a:t>Click to edit Master title style</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Arial" panose="020B0604020202020204" pitchFamily="34" charset="0"/>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sz="1000" b="1" i="0">
                <a:solidFill>
                  <a:schemeClr val="bg2"/>
                </a:solidFill>
                <a:latin typeface="Arial" panose="020B0604020202020204" pitchFamily="34" charset="0"/>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070580610"/>
      </p:ext>
    </p:extLst>
  </p:cSld>
  <p:clrMapOvr>
    <a:masterClrMapping/>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rgbClr val="460073"/>
        </a:solidFill>
        <a:effectLst/>
      </p:bgPr>
    </p:bg>
    <p:spTree>
      <p:nvGrpSpPr>
        <p:cNvPr id="1" name=""/>
        <p:cNvGrpSpPr/>
        <p:nvPr/>
      </p:nvGrpSpPr>
      <p:grpSpPr>
        <a:xfrm>
          <a:off x="0" y="0"/>
          <a:ext cx="0" cy="0"/>
          <a:chOff x="0" y="0"/>
          <a:chExt cx="0" cy="0"/>
        </a:xfrm>
      </p:grpSpPr>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sz="1000" b="1" i="0">
                <a:solidFill>
                  <a:schemeClr val="tx1"/>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239868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sz="1000" b="1" i="0">
                <a:solidFill>
                  <a:schemeClr val="accent2"/>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966783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770069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Arial" panose="020B0604020202020204" pitchFamily="34" charset="0"/>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US"/>
              <a:t>Click to edit Master title style</a:t>
            </a:r>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46049986"/>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rgbClr val="460073"/>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Tree>
    <p:extLst>
      <p:ext uri="{BB962C8B-B14F-4D97-AF65-F5344CB8AC3E}">
        <p14:creationId xmlns:p14="http://schemas.microsoft.com/office/powerpoint/2010/main" val="2001496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 uri="{C183D7F6-B498-43B3-948B-1728B52AA6E4}">
                <adec:decorative xmlns:adec="http://schemas.microsoft.com/office/drawing/2017/decorative" val="1"/>
              </a:ext>
            </a:extLst>
          </p:cNvPr>
          <p:cNvSpPr/>
          <p:nvPr userDrawn="1"/>
        </p:nvSpPr>
        <p:spPr bwMode="white">
          <a:xfrm>
            <a:off x="0" y="6309360"/>
            <a:ext cx="12192000" cy="54864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58747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37627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05579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56"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586982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5FC628-50A5-B1A6-05ED-725C3D17E4E2}"/>
              </a:ext>
            </a:extLst>
          </p:cNvPr>
          <p:cNvSpPr>
            <a:spLocks noGrp="1"/>
          </p:cNvSpPr>
          <p:nvPr>
            <p:ph type="title" hasCustomPrompt="1"/>
          </p:nvPr>
        </p:nvSpPr>
        <p:spPr>
          <a:xfrm>
            <a:off x="565461" y="472551"/>
            <a:ext cx="2285996" cy="820674"/>
          </a:xfrm>
        </p:spPr>
        <p:txBody>
          <a:bodyPr tIns="0" anchor="ctr">
            <a:spAutoFit/>
          </a:bodyPr>
          <a:lstStyle>
            <a:lvl1pPr marL="0" indent="0">
              <a:defRPr lang="en-US" sz="5333" b="1" i="0" kern="1200" dirty="0">
                <a:solidFill>
                  <a:schemeClr val="bg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1791900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0CDE8D91-A0EC-6264-EF38-70D72735562D}"/>
              </a:ext>
            </a:extLst>
          </p:cNvPr>
          <p:cNvSpPr>
            <a:spLocks noGrp="1"/>
          </p:cNvSpPr>
          <p:nvPr>
            <p:ph type="title" hasCustomPrompt="1"/>
          </p:nvPr>
        </p:nvSpPr>
        <p:spPr>
          <a:xfrm>
            <a:off x="565461" y="397304"/>
            <a:ext cx="2285996" cy="910593"/>
          </a:xfrm>
        </p:spPr>
        <p:txBody>
          <a:bodyPr anchor="ctr">
            <a:noAutofit/>
          </a:bodyPr>
          <a:lstStyle>
            <a:lvl1pPr marL="0" indent="0">
              <a:defRPr lang="en-US" sz="5333" b="1" i="0" kern="1200" dirty="0">
                <a:solidFill>
                  <a:schemeClr val="accent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6F38CEE2-3D5C-A0E3-1BE3-09AB0AC2546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471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rgbClr val="46007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85000"/>
                    <a:alpha val="75000"/>
                  </a:schemeClr>
                </a:solidFill>
                <a:latin typeface="Arial" panose="020B0604020202020204" pitchFamily="34" charset="0"/>
              </a:rPr>
              <a:t>Copyright © 2025 Accenture. All rights reserved.</a:t>
            </a:r>
            <a:endParaRPr lang="en-US" sz="1351" b="0" i="0" noProof="0">
              <a:solidFill>
                <a:schemeClr val="tx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4281932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5265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50000"/>
                    <a:lumOff val="50000"/>
                    <a:alpha val="75000"/>
                  </a:schemeClr>
                </a:solidFill>
                <a:latin typeface="Arial" panose="020B0604020202020204" pitchFamily="34" charset="0"/>
              </a:rPr>
              <a:t>Copyright © 2025 Accenture. All rights reserved.</a:t>
            </a:r>
            <a:endParaRPr lang="en-US" sz="1351" b="0" i="0" noProof="0">
              <a:solidFill>
                <a:schemeClr val="tx1">
                  <a:lumMod val="50000"/>
                  <a:lumOff val="50000"/>
                  <a:alpha val="75000"/>
                </a:schemeClr>
              </a:solidFill>
              <a:latin typeface="Arial" panose="020B0604020202020204" pitchFamily="34" charset="0"/>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457110672"/>
      </p:ext>
    </p:extLst>
  </p:cSld>
  <p:clrMap bg1="lt1" tx1="dk1" bg2="lt2" tx2="dk2" accent1="accent1" accent2="accent2" accent3="accent3" accent4="accent4" accent5="accent5" accent6="accent6" hlink="hlink" folHlink="folHlink"/>
  <p:sldLayoutIdLst>
    <p:sldLayoutId id="2147483768" r:id="rId1"/>
    <p:sldLayoutId id="2147483890" r:id="rId2"/>
    <p:sldLayoutId id="2147483893" r:id="rId3"/>
    <p:sldLayoutId id="2147483772" r:id="rId4"/>
    <p:sldLayoutId id="2147483897" r:id="rId5"/>
    <p:sldLayoutId id="2147483777" r:id="rId6"/>
    <p:sldLayoutId id="2147483799" r:id="rId7"/>
    <p:sldLayoutId id="2147483871" r:id="rId8"/>
    <p:sldLayoutId id="2147483872" r:id="rId9"/>
    <p:sldLayoutId id="2147483761" r:id="rId10"/>
    <p:sldLayoutId id="2147483760" r:id="rId11"/>
    <p:sldLayoutId id="2147483882" r:id="rId12"/>
    <p:sldLayoutId id="2147483849" r:id="rId13"/>
    <p:sldLayoutId id="2147483867" r:id="rId14"/>
    <p:sldLayoutId id="2147483879" r:id="rId15"/>
    <p:sldLayoutId id="2147483878" r:id="rId16"/>
    <p:sldLayoutId id="2147483649" r:id="rId17"/>
    <p:sldLayoutId id="2147483778" r:id="rId18"/>
    <p:sldLayoutId id="2147483864" r:id="rId19"/>
    <p:sldLayoutId id="2147483779" r:id="rId20"/>
    <p:sldLayoutId id="2147483865" r:id="rId21"/>
    <p:sldLayoutId id="2147483837" r:id="rId22"/>
    <p:sldLayoutId id="2147483781" r:id="rId23"/>
    <p:sldLayoutId id="2147483782" r:id="rId24"/>
    <p:sldLayoutId id="2147483783" r:id="rId25"/>
    <p:sldLayoutId id="2147483784" r:id="rId26"/>
    <p:sldLayoutId id="2147483876" r:id="rId27"/>
    <p:sldLayoutId id="2147483880" r:id="rId28"/>
    <p:sldLayoutId id="2147483873" r:id="rId29"/>
    <p:sldLayoutId id="2147483868" r:id="rId30"/>
    <p:sldLayoutId id="2147483869" r:id="rId31"/>
    <p:sldLayoutId id="2147483883" r:id="rId32"/>
    <p:sldLayoutId id="2147483861" r:id="rId33"/>
    <p:sldLayoutId id="2147483851" r:id="rId34"/>
    <p:sldLayoutId id="2147483792" r:id="rId35"/>
    <p:sldLayoutId id="2147483793" r:id="rId36"/>
    <p:sldLayoutId id="2147483875" r:id="rId37"/>
    <p:sldLayoutId id="2147483845" r:id="rId38"/>
    <p:sldLayoutId id="2147483857" r:id="rId39"/>
    <p:sldLayoutId id="2147483786" r:id="rId40"/>
    <p:sldLayoutId id="2147483787" r:id="rId41"/>
    <p:sldLayoutId id="2147483788" r:id="rId42"/>
    <p:sldLayoutId id="2147483858" r:id="rId43"/>
    <p:sldLayoutId id="2147483866" r:id="rId44"/>
    <p:sldLayoutId id="2147483790" r:id="rId45"/>
    <p:sldLayoutId id="2147483791" r:id="rId46"/>
    <p:sldLayoutId id="2147483863" r:id="rId47"/>
    <p:sldLayoutId id="2147483877" r:id="rId48"/>
    <p:sldLayoutId id="2147483795" r:id="rId49"/>
    <p:sldLayoutId id="2147483862" r:id="rId50"/>
    <p:sldLayoutId id="2147483794" r:id="rId51"/>
    <p:sldLayoutId id="2147483860" r:id="rId52"/>
    <p:sldLayoutId id="2147483833" r:id="rId53"/>
    <p:sldLayoutId id="2147483870" r:id="rId54"/>
  </p:sldLayoutIdLst>
  <p:hf sldNum="0" hdr="0" ftr="0" dt="0"/>
  <p:txStyles>
    <p:titleStyle>
      <a:lvl1pPr algn="l" defTabSz="914377" rtl="0" eaLnBrk="1" latinLnBrk="0" hangingPunct="1">
        <a:lnSpc>
          <a:spcPct val="80000"/>
        </a:lnSpc>
        <a:spcBef>
          <a:spcPct val="0"/>
        </a:spcBef>
        <a:buNone/>
        <a:defRPr sz="3200" b="1" i="0" kern="1200">
          <a:solidFill>
            <a:schemeClr val="tx1"/>
          </a:solidFill>
          <a:latin typeface="Arial" panose="020B0604020202020204" pitchFamily="34" charset="0"/>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5ACBF0"/>
          </p15:clr>
        </p15:guide>
        <p15:guide id="8" pos="347" userDrawn="1">
          <p15:clr>
            <a:srgbClr val="9FCC3B"/>
          </p15:clr>
        </p15:guide>
        <p15:guide id="9" pos="733" userDrawn="1">
          <p15:clr>
            <a:srgbClr val="C35EA4"/>
          </p15:clr>
        </p15:guide>
        <p15:guide id="10" pos="7514" userDrawn="1">
          <p15:clr>
            <a:srgbClr val="5ACBF0"/>
          </p15:clr>
        </p15:guide>
        <p15:guide id="11" pos="166" userDrawn="1">
          <p15:clr>
            <a:srgbClr val="5ACBF0"/>
          </p15:clr>
        </p15:guide>
        <p15:guide id="12" orient="horz" pos="4156" userDrawn="1">
          <p15:clr>
            <a:srgbClr val="5ACBF0"/>
          </p15:clr>
        </p15:guide>
        <p15:guide id="13" pos="7333" userDrawn="1">
          <p15:clr>
            <a:srgbClr val="9FCC3B"/>
          </p15:clr>
        </p15:guide>
        <p15:guide id="14" orient="horz" pos="346" userDrawn="1">
          <p15:clr>
            <a:srgbClr val="9FCC3B"/>
          </p15:clr>
        </p15:guide>
        <p15:guide id="15" orient="horz" pos="3974" userDrawn="1">
          <p15:clr>
            <a:srgbClr val="9FCC3B"/>
          </p15:clr>
        </p15:guide>
        <p15:guide id="16" orient="horz" pos="845" userDrawn="1">
          <p15:clr>
            <a:srgbClr val="A4A3A4"/>
          </p15:clr>
        </p15:guide>
        <p15:guide id="17" orient="horz" pos="3861" userDrawn="1">
          <p15:clr>
            <a:srgbClr val="A4A3A4"/>
          </p15:clr>
        </p15:guide>
        <p15:guide id="18" pos="6924" userDrawn="1">
          <p15:clr>
            <a:srgbClr val="C35EA4"/>
          </p15:clr>
        </p15:guide>
        <p15:guide id="19" orient="horz" pos="1162" userDrawn="1">
          <p15:clr>
            <a:srgbClr val="FDE53C"/>
          </p15:clr>
        </p15:guide>
        <p15:guide id="20" pos="7015" userDrawn="1">
          <p15:clr>
            <a:srgbClr val="F26B43"/>
          </p15:clr>
        </p15:guide>
        <p15:guide id="21" pos="66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BEFB0FE-D8D6-61C0-9C6D-29C4798D0F07}"/>
              </a:ext>
            </a:extLst>
          </p:cNvPr>
          <p:cNvSpPr>
            <a:spLocks noGrp="1"/>
          </p:cNvSpPr>
          <p:nvPr>
            <p:ph type="title"/>
          </p:nvPr>
        </p:nvSpPr>
        <p:spPr/>
        <p:txBody>
          <a:bodyPr/>
          <a:lstStyle/>
          <a:p>
            <a:r>
              <a:t>Contextual Intelligence Unified Insights</a:t>
            </a:r>
          </a:p>
        </p:txBody>
      </p:sp>
      <p:sp>
        <p:nvSpPr>
          <p:cNvPr id="7" name="Content Placeholder 6">
            <a:extLst>
              <a:ext uri="{FF2B5EF4-FFF2-40B4-BE49-F238E27FC236}">
                <a16:creationId xmlns:a16="http://schemas.microsoft.com/office/drawing/2014/main" id="{91A7B5D9-462F-DBC5-CEED-1413FF2F9D94}"/>
              </a:ext>
            </a:extLst>
          </p:cNvPr>
          <p:cNvSpPr>
            <a:spLocks noGrp="1"/>
          </p:cNvSpPr>
          <p:nvPr>
            <p:ph idx="1"/>
          </p:nvPr>
        </p:nvSpPr>
        <p:spPr/>
        <p:txBody>
          <a:bodyPr wrap="square"/>
          <a:lstStyle/>
          <a:p>
            <a:pPr>
              <a:defRPr sz="1600">
                <a:solidFill>
                  <a:srgbClr val="000000"/>
                </a:solidFill>
              </a:defRPr>
            </a:pPr>
            <a:r>
              <a:t>**Accelerating Market Success through Strategic Innovation**</a:t>
            </a:r>
            <a:br/>
            <a:br/>
            <a:r>
              <a:t>In today's fast-paced digital landscape, our solution empowers organizations to achieve rapid product launches and operational excellence. With a high-impact focus on methods, we combine data insights, automation, and scalable platforms to drive efficiency and measurable business results. Our unique value proposition lies in offering tailored solutions deeply rooted in specific industry verticals, ensuring that each client receives bespoke strategies aligned with their market needs.</a:t>
            </a:r>
            <a:br/>
            <a:br/>
            <a:r>
              <a:t>We stand out by transforming strategy into execution with tangible outcomes, ideal for growth-oriented initiatives like digital product launches and customer experience improvements. Our approach balances ambition with practicality, delivering quick wins while building a scalable foundation for sustainable growth and competitive advantage.</a:t>
            </a:r>
            <a:br/>
            <a:br/>
            <a:r>
              <a:t>Our vision embraces agentic commerce, inspired by advances in AI, while human oversight evolves towards governance and ethical compliance. This ensures reliable AI integration with structured knowledge, enhancing brand engagement and recommendation.</a:t>
            </a:r>
            <a:br/>
            <a:br/>
            <a:r>
              <a:t>Revenue growth is fueled by recurring platform subscriptions, outcome-based models, and advisory services, with cross-selling opportunities in analytics and strategic consulting. In competitive scenarios, we are the trusted partner delivering measurable ROI and long-term value, not just technology support. </a:t>
            </a:r>
            <a:br/>
            <a:br/>
            <a:r>
              <a:t>Our strong business narrative and clear connection between capabilities and financial impact make us the strategic choice for management and strategic leads.</a:t>
            </a:r>
            <a:endParaRPr lang="en-US"/>
          </a:p>
        </p:txBody>
      </p:sp>
    </p:spTree>
    <p:extLst>
      <p:ext uri="{BB962C8B-B14F-4D97-AF65-F5344CB8AC3E}">
        <p14:creationId xmlns:p14="http://schemas.microsoft.com/office/powerpoint/2010/main" val="3953030093"/>
      </p:ext>
    </p:extLst>
  </p:cSld>
  <p:clrMapOvr>
    <a:masterClrMapping/>
  </p:clrMapOvr>
</p:sld>
</file>

<file path=ppt/theme/theme1.xml><?xml version="1.0" encoding="utf-8"?>
<a:theme xmlns:a="http://schemas.openxmlformats.org/drawingml/2006/main" name="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ArialBold-Arial">
      <a:majorFont>
        <a:latin typeface="Arial Bold"/>
        <a:ea typeface=""/>
        <a:cs typeface=""/>
      </a:majorFont>
      <a:minorFont>
        <a:latin typeface="Arial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Arial_v22_Accessibility" id="{33788C37-3639-4140-8F0B-137AF9F415CF}" vid="{FB67132C-5BE2-C84B-880F-CAB79776028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7A2D550D75BD947995C632333D530AD" ma:contentTypeVersion="16" ma:contentTypeDescription="Crie um novo documento." ma:contentTypeScope="" ma:versionID="44f7630f195cd5fe4623c43115f9f778">
  <xsd:schema xmlns:xsd="http://www.w3.org/2001/XMLSchema" xmlns:xs="http://www.w3.org/2001/XMLSchema" xmlns:p="http://schemas.microsoft.com/office/2006/metadata/properties" xmlns:ns2="9c82783a-043f-442e-839a-a2edde742a9b" xmlns:ns3="38490fd2-3874-498a-a766-2fc8121cd514" targetNamespace="http://schemas.microsoft.com/office/2006/metadata/properties" ma:root="true" ma:fieldsID="758fc7df70945e5ab80d8b231c324ae5" ns2:_="" ns3:_="">
    <xsd:import namespace="9c82783a-043f-442e-839a-a2edde742a9b"/>
    <xsd:import namespace="38490fd2-3874-498a-a766-2fc8121cd514"/>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82783a-043f-442e-839a-a2edde742a9b"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2" nillable="true" ma:displayName="Taxonomy Catch All Column" ma:hidden="true" ma:list="{e3a034e9-9b93-4ffb-8ea8-7796ba805990}" ma:internalName="TaxCatchAll" ma:showField="CatchAllData" ma:web="9c82783a-043f-442e-839a-a2edde742a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8490fd2-3874-498a-a766-2fc8121cd514"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Marcações de imagem"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8490fd2-3874-498a-a766-2fc8121cd514">
      <Terms xmlns="http://schemas.microsoft.com/office/infopath/2007/PartnerControls"/>
    </lcf76f155ced4ddcb4097134ff3c332f>
    <TaxCatchAll xmlns="9c82783a-043f-442e-839a-a2edde742a9b" xsi:nil="true"/>
  </documentManagement>
</p:properties>
</file>

<file path=customXml/itemProps1.xml><?xml version="1.0" encoding="utf-8"?>
<ds:datastoreItem xmlns:ds="http://schemas.openxmlformats.org/officeDocument/2006/customXml" ds:itemID="{67ADE9B4-EBDE-45D1-AC16-B0A6C99D46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82783a-043f-442e-839a-a2edde742a9b"/>
    <ds:schemaRef ds:uri="38490fd2-3874-498a-a766-2fc8121cd5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CBD5EA-191D-4269-ACD5-80F26C7B100A}">
  <ds:schemaRefs>
    <ds:schemaRef ds:uri="http://schemas.microsoft.com/sharepoint/v3/contenttype/forms"/>
  </ds:schemaRefs>
</ds:datastoreItem>
</file>

<file path=customXml/itemProps3.xml><?xml version="1.0" encoding="utf-8"?>
<ds:datastoreItem xmlns:ds="http://schemas.openxmlformats.org/officeDocument/2006/customXml" ds:itemID="{B6FDE27C-16C4-45FF-A19B-13BD8B1086D5}">
  <ds:schemaRefs>
    <ds:schemaRef ds:uri="http://schemas.microsoft.com/office/2006/metadata/properties"/>
    <ds:schemaRef ds:uri="38490fd2-3874-498a-a766-2fc8121cd514"/>
    <ds:schemaRef ds:uri="http://schemas.microsoft.com/office/infopath/2007/PartnerControls"/>
    <ds:schemaRef ds:uri="http://purl.org/dc/terms/"/>
    <ds:schemaRef ds:uri="http://schemas.microsoft.com/office/2006/documentManagement/types"/>
    <ds:schemaRef ds:uri="http://purl.org/dc/elements/1.1/"/>
    <ds:schemaRef ds:uri="http://purl.org/dc/dcmitype/"/>
    <ds:schemaRef ds:uri="http://schemas.openxmlformats.org/package/2006/metadata/core-properties"/>
    <ds:schemaRef ds:uri="9c82783a-043f-442e-839a-a2edde742a9b"/>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FY25-Arial_Accessibility</Template>
  <TotalTime>59</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Arial Bold</vt:lpstr>
      <vt:lpstr>Arial Regular</vt:lpstr>
      <vt:lpstr>Graphik</vt:lpstr>
      <vt:lpstr>GT Sectra Fine Rg</vt:lpstr>
      <vt:lpstr>Palatino</vt:lpstr>
      <vt:lpstr>System Font</vt:lpstr>
      <vt:lpstr>Accenture 2025</vt:lpstr>
      <vt:lpstr>PowerPoint Presentation</vt:lpstr>
    </vt:vector>
  </TitlesOfParts>
  <Manager>Canvas team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Pura, Jan Ahr-El Y.</dc:creator>
  <cp:keywords/>
  <dc:description>version 18, Graphik font family</dc:description>
  <cp:lastModifiedBy>Gomez Vez, Rebeca</cp:lastModifiedBy>
  <cp:revision>8</cp:revision>
  <dcterms:created xsi:type="dcterms:W3CDTF">2025-12-02T13:53:45Z</dcterms:created>
  <dcterms:modified xsi:type="dcterms:W3CDTF">2026-02-23T16:56:46Z</dcterms:modified>
  <cp:category>template deck</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0x010100F7A2D550D75BD947995C632333D530AD</vt:lpwstr>
  </property>
  <property fmtid="{D5CDD505-2E9C-101B-9397-08002B2CF9AE}" pid="3" name="MediaServiceImageTags">
    <vt:lpwstr/>
  </property>
</Properties>
</file>